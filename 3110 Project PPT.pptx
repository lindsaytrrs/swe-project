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5" r:id="rId1"/>
  </p:sldMasterIdLst>
  <p:notesMasterIdLst>
    <p:notesMasterId r:id="rId4"/>
  </p:notesMasterIdLst>
  <p:sldIdLst>
    <p:sldId id="256" r:id="rId2"/>
    <p:sldId id="261" r:id="rId3"/>
  </p:sldIdLst>
  <p:sldSz cx="18288000" cy="10287000"/>
  <p:notesSz cx="6858000" cy="9144000"/>
  <p:embeddedFontLst>
    <p:embeddedFont>
      <p:font typeface="Lato" panose="020F0502020204030203" pitchFamily="34" charset="0"/>
      <p:regular r:id="rId5"/>
      <p:bold r:id="rId6"/>
      <p:italic r:id="rId7"/>
      <p:boldItalic r:id="rId8"/>
    </p:embeddedFont>
    <p:embeddedFont>
      <p:font typeface="Rajdhani" panose="020B0604020202020204" charset="0"/>
      <p:regular r:id="rId9"/>
      <p:bold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226675-ABCE-43A0-A217-1C8FA4D5A133}" v="5" dt="2025-12-11T04:21:54.728"/>
  </p1510:revLst>
</p1510:revInfo>
</file>

<file path=ppt/tableStyles.xml><?xml version="1.0" encoding="utf-8"?>
<a:tblStyleLst xmlns:a="http://schemas.openxmlformats.org/drawingml/2006/main" def="{1C26DE01-F523-4318-A409-E3855CED85CC}">
  <a:tblStyle styleId="{1C26DE01-F523-4318-A409-E3855CED85C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5" Type="http://schemas.microsoft.com/office/2016/11/relationships/changesInfo" Target="changesInfos/changesInfo1.xml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 Khoshaba" userId="2d13dabe401d16a1" providerId="LiveId" clId="{1ED43A84-BF28-4A83-B703-2DC8CD5A73EA}"/>
    <pc:docChg chg="custSel modSld">
      <pc:chgData name="Sara Khoshaba" userId="2d13dabe401d16a1" providerId="LiveId" clId="{1ED43A84-BF28-4A83-B703-2DC8CD5A73EA}" dt="2025-12-11T04:24:07.550" v="62" actId="1076"/>
      <pc:docMkLst>
        <pc:docMk/>
      </pc:docMkLst>
      <pc:sldChg chg="modSp mod">
        <pc:chgData name="Sara Khoshaba" userId="2d13dabe401d16a1" providerId="LiveId" clId="{1ED43A84-BF28-4A83-B703-2DC8CD5A73EA}" dt="2025-12-10T18:34:17.864" v="1" actId="20577"/>
        <pc:sldMkLst>
          <pc:docMk/>
          <pc:sldMk cId="0" sldId="256"/>
        </pc:sldMkLst>
        <pc:spChg chg="mod">
          <ac:chgData name="Sara Khoshaba" userId="2d13dabe401d16a1" providerId="LiveId" clId="{1ED43A84-BF28-4A83-B703-2DC8CD5A73EA}" dt="2025-12-10T18:34:17.864" v="1" actId="20577"/>
          <ac:spMkLst>
            <pc:docMk/>
            <pc:sldMk cId="0" sldId="256"/>
            <ac:spMk id="154" creationId="{00000000-0000-0000-0000-000000000000}"/>
          </ac:spMkLst>
        </pc:spChg>
      </pc:sldChg>
      <pc:sldChg chg="addSp delSp modSp mod">
        <pc:chgData name="Sara Khoshaba" userId="2d13dabe401d16a1" providerId="LiveId" clId="{1ED43A84-BF28-4A83-B703-2DC8CD5A73EA}" dt="2025-12-11T04:24:07.550" v="62" actId="1076"/>
        <pc:sldMkLst>
          <pc:docMk/>
          <pc:sldMk cId="0" sldId="261"/>
        </pc:sldMkLst>
        <pc:spChg chg="mod">
          <ac:chgData name="Sara Khoshaba" userId="2d13dabe401d16a1" providerId="LiveId" clId="{1ED43A84-BF28-4A83-B703-2DC8CD5A73EA}" dt="2025-12-11T04:24:07.550" v="62" actId="1076"/>
          <ac:spMkLst>
            <pc:docMk/>
            <pc:sldMk cId="0" sldId="261"/>
            <ac:spMk id="29" creationId="{292047AD-7A7A-2296-54F7-488D66B40A45}"/>
          </ac:spMkLst>
        </pc:spChg>
        <pc:spChg chg="mod">
          <ac:chgData name="Sara Khoshaba" userId="2d13dabe401d16a1" providerId="LiveId" clId="{1ED43A84-BF28-4A83-B703-2DC8CD5A73EA}" dt="2025-12-11T04:23:39.097" v="61" actId="1076"/>
          <ac:spMkLst>
            <pc:docMk/>
            <pc:sldMk cId="0" sldId="261"/>
            <ac:spMk id="41" creationId="{E2471018-0F08-F21D-3F37-D9E33CBBEAD4}"/>
          </ac:spMkLst>
        </pc:spChg>
        <pc:spChg chg="mod">
          <ac:chgData name="Sara Khoshaba" userId="2d13dabe401d16a1" providerId="LiveId" clId="{1ED43A84-BF28-4A83-B703-2DC8CD5A73EA}" dt="2025-12-10T20:38:36.790" v="40" actId="1076"/>
          <ac:spMkLst>
            <pc:docMk/>
            <pc:sldMk cId="0" sldId="261"/>
            <ac:spMk id="42" creationId="{8DAC3300-B961-86BA-521A-62A8F7C39EE1}"/>
          </ac:spMkLst>
        </pc:spChg>
        <pc:spChg chg="mod">
          <ac:chgData name="Sara Khoshaba" userId="2d13dabe401d16a1" providerId="LiveId" clId="{1ED43A84-BF28-4A83-B703-2DC8CD5A73EA}" dt="2025-12-10T20:37:44.817" v="37" actId="1076"/>
          <ac:spMkLst>
            <pc:docMk/>
            <pc:sldMk cId="0" sldId="261"/>
            <ac:spMk id="43" creationId="{9B716C43-4DC9-E739-B815-73E4DC0AB812}"/>
          </ac:spMkLst>
        </pc:spChg>
        <pc:spChg chg="mod">
          <ac:chgData name="Sara Khoshaba" userId="2d13dabe401d16a1" providerId="LiveId" clId="{1ED43A84-BF28-4A83-B703-2DC8CD5A73EA}" dt="2025-12-10T20:39:20.836" v="43" actId="1076"/>
          <ac:spMkLst>
            <pc:docMk/>
            <pc:sldMk cId="0" sldId="261"/>
            <ac:spMk id="278" creationId="{00000000-0000-0000-0000-000000000000}"/>
          </ac:spMkLst>
        </pc:spChg>
        <pc:spChg chg="mod">
          <ac:chgData name="Sara Khoshaba" userId="2d13dabe401d16a1" providerId="LiveId" clId="{1ED43A84-BF28-4A83-B703-2DC8CD5A73EA}" dt="2025-12-10T20:37:44.817" v="37" actId="1076"/>
          <ac:spMkLst>
            <pc:docMk/>
            <pc:sldMk cId="0" sldId="261"/>
            <ac:spMk id="280" creationId="{00000000-0000-0000-0000-000000000000}"/>
          </ac:spMkLst>
        </pc:spChg>
        <pc:picChg chg="add mod">
          <ac:chgData name="Sara Khoshaba" userId="2d13dabe401d16a1" providerId="LiveId" clId="{1ED43A84-BF28-4A83-B703-2DC8CD5A73EA}" dt="2025-12-10T20:37:32.407" v="36" actId="1076"/>
          <ac:picMkLst>
            <pc:docMk/>
            <pc:sldMk cId="0" sldId="261"/>
            <ac:picMk id="3" creationId="{77BB561E-B95B-EF18-FFF8-08FDA702AD4C}"/>
          </ac:picMkLst>
        </pc:picChg>
        <pc:picChg chg="add del mod">
          <ac:chgData name="Sara Khoshaba" userId="2d13dabe401d16a1" providerId="LiveId" clId="{1ED43A84-BF28-4A83-B703-2DC8CD5A73EA}" dt="2025-12-11T04:21:49.308" v="49" actId="478"/>
          <ac:picMkLst>
            <pc:docMk/>
            <pc:sldMk cId="0" sldId="261"/>
            <ac:picMk id="4" creationId="{0EBA8881-8202-4FEF-98EE-203FB9F89788}"/>
          </ac:picMkLst>
        </pc:picChg>
        <pc:picChg chg="add del mod">
          <ac:chgData name="Sara Khoshaba" userId="2d13dabe401d16a1" providerId="LiveId" clId="{1ED43A84-BF28-4A83-B703-2DC8CD5A73EA}" dt="2025-12-10T20:34:55.398" v="12" actId="478"/>
          <ac:picMkLst>
            <pc:docMk/>
            <pc:sldMk cId="0" sldId="261"/>
            <ac:picMk id="5" creationId="{6708DAA5-6315-CDF5-602C-81D99C469F39}"/>
          </ac:picMkLst>
        </pc:picChg>
        <pc:picChg chg="add mod">
          <ac:chgData name="Sara Khoshaba" userId="2d13dabe401d16a1" providerId="LiveId" clId="{1ED43A84-BF28-4A83-B703-2DC8CD5A73EA}" dt="2025-12-11T04:23:39.097" v="61" actId="1076"/>
          <ac:picMkLst>
            <pc:docMk/>
            <pc:sldMk cId="0" sldId="261"/>
            <ac:picMk id="6" creationId="{50411F8F-FB1E-47B8-4583-4BC6AA76DF62}"/>
          </ac:picMkLst>
        </pc:picChg>
        <pc:picChg chg="add mod">
          <ac:chgData name="Sara Khoshaba" userId="2d13dabe401d16a1" providerId="LiveId" clId="{1ED43A84-BF28-4A83-B703-2DC8CD5A73EA}" dt="2025-12-10T20:39:20.836" v="43" actId="1076"/>
          <ac:picMkLst>
            <pc:docMk/>
            <pc:sldMk cId="0" sldId="261"/>
            <ac:picMk id="7" creationId="{83D3848A-F1CB-69DC-2E3F-29A28FECA208}"/>
          </ac:picMkLst>
        </pc:picChg>
        <pc:cxnChg chg="mod">
          <ac:chgData name="Sara Khoshaba" userId="2d13dabe401d16a1" providerId="LiveId" clId="{1ED43A84-BF28-4A83-B703-2DC8CD5A73EA}" dt="2025-12-10T20:36:36.421" v="29" actId="1076"/>
          <ac:cxnSpMkLst>
            <pc:docMk/>
            <pc:sldMk cId="0" sldId="261"/>
            <ac:cxnSpMk id="44" creationId="{CDFB82B5-FBC1-88C1-8E2C-97EDFE5B96D2}"/>
          </ac:cxnSpMkLst>
        </pc:cxnChg>
        <pc:cxnChg chg="mod">
          <ac:chgData name="Sara Khoshaba" userId="2d13dabe401d16a1" providerId="LiveId" clId="{1ED43A84-BF28-4A83-B703-2DC8CD5A73EA}" dt="2025-12-10T20:36:39.847" v="30" actId="1076"/>
          <ac:cxnSpMkLst>
            <pc:docMk/>
            <pc:sldMk cId="0" sldId="261"/>
            <ac:cxnSpMk id="49" creationId="{75E0BAAA-67AE-883B-D3DE-F06EDC50CDBD}"/>
          </ac:cxnSpMkLst>
        </pc:cxnChg>
        <pc:cxnChg chg="mod">
          <ac:chgData name="Sara Khoshaba" userId="2d13dabe401d16a1" providerId="LiveId" clId="{1ED43A84-BF28-4A83-B703-2DC8CD5A73EA}" dt="2025-12-10T20:36:31.331" v="27" actId="1076"/>
          <ac:cxnSpMkLst>
            <pc:docMk/>
            <pc:sldMk cId="0" sldId="261"/>
            <ac:cxnSpMk id="50" creationId="{6B13A09F-694F-4E23-955D-885B5B14E0FA}"/>
          </ac:cxnSpMkLst>
        </pc:cxnChg>
        <pc:cxnChg chg="mod">
          <ac:chgData name="Sara Khoshaba" userId="2d13dabe401d16a1" providerId="LiveId" clId="{1ED43A84-BF28-4A83-B703-2DC8CD5A73EA}" dt="2025-12-10T20:36:34.520" v="28" actId="1076"/>
          <ac:cxnSpMkLst>
            <pc:docMk/>
            <pc:sldMk cId="0" sldId="261"/>
            <ac:cxnSpMk id="52" creationId="{4DE3C40F-4AC3-D5A1-69CA-31D700CDDFA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bg>
      <p:bgPr>
        <a:solidFill>
          <a:srgbClr val="08524D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>
            <a:spLocks noGrp="1"/>
          </p:cNvSpPr>
          <p:nvPr>
            <p:ph type="title"/>
          </p:nvPr>
        </p:nvSpPr>
        <p:spPr>
          <a:xfrm>
            <a:off x="1028700" y="2872125"/>
            <a:ext cx="9579600" cy="30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CCFFA4"/>
              </a:buClr>
              <a:buSzPts val="10500"/>
              <a:buFont typeface="Rajdhani"/>
              <a:buNone/>
              <a:defRPr sz="10500" i="0" u="none" strike="noStrike" cap="none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"/>
          <p:cNvSpPr txBox="1">
            <a:spLocks noGrp="1"/>
          </p:cNvSpPr>
          <p:nvPr>
            <p:ph type="title" idx="2"/>
          </p:nvPr>
        </p:nvSpPr>
        <p:spPr>
          <a:xfrm>
            <a:off x="1028700" y="6136025"/>
            <a:ext cx="9579600" cy="30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0"/>
              <a:buFont typeface="Rajdhani"/>
              <a:buNone/>
              <a:defRPr sz="10500" i="0" u="none" strike="noStrike" cap="none">
                <a:solidFill>
                  <a:schemeClr val="lt1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3"/>
          <p:cNvSpPr/>
          <p:nvPr/>
        </p:nvSpPr>
        <p:spPr>
          <a:xfrm>
            <a:off x="9411612" y="8303699"/>
            <a:ext cx="8439002" cy="1011916"/>
          </a:xfrm>
          <a:custGeom>
            <a:avLst/>
            <a:gdLst/>
            <a:ahLst/>
            <a:cxnLst/>
            <a:rect l="l" t="t" r="r" b="b"/>
            <a:pathLst>
              <a:path w="2222252" h="266469" extrusionOk="0">
                <a:moveTo>
                  <a:pt x="1111126" y="0"/>
                </a:moveTo>
                <a:cubicBezTo>
                  <a:pt x="497468" y="0"/>
                  <a:pt x="0" y="59651"/>
                  <a:pt x="0" y="133235"/>
                </a:cubicBezTo>
                <a:cubicBezTo>
                  <a:pt x="0" y="206818"/>
                  <a:pt x="497468" y="266469"/>
                  <a:pt x="1111126" y="266469"/>
                </a:cubicBezTo>
                <a:cubicBezTo>
                  <a:pt x="1724784" y="266469"/>
                  <a:pt x="2222252" y="206818"/>
                  <a:pt x="2222252" y="133235"/>
                </a:cubicBezTo>
                <a:cubicBezTo>
                  <a:pt x="2222252" y="59651"/>
                  <a:pt x="1724784" y="0"/>
                  <a:pt x="1111126" y="0"/>
                </a:cubicBezTo>
                <a:close/>
              </a:path>
            </a:pathLst>
          </a:custGeom>
          <a:solidFill>
            <a:srgbClr val="07302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" name="Google Shape;13;p3"/>
          <p:cNvPicPr preferRelativeResize="0"/>
          <p:nvPr/>
        </p:nvPicPr>
        <p:blipFill rotWithShape="1">
          <a:blip r:embed="rId2">
            <a:alphaModFix/>
          </a:blip>
          <a:srcRect r="3437"/>
          <a:stretch/>
        </p:blipFill>
        <p:spPr>
          <a:xfrm>
            <a:off x="8261800" y="1071825"/>
            <a:ext cx="10026200" cy="2799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92600" y="3115611"/>
            <a:ext cx="7617423" cy="57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>
            <a:spLocks noGrp="1"/>
          </p:cNvSpPr>
          <p:nvPr>
            <p:ph type="subTitle" idx="1"/>
          </p:nvPr>
        </p:nvSpPr>
        <p:spPr>
          <a:xfrm>
            <a:off x="1028700" y="691400"/>
            <a:ext cx="4529700" cy="486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640"/>
              </a:spcBef>
              <a:spcAft>
                <a:spcPts val="0"/>
              </a:spcAft>
              <a:buSzPts val="2200"/>
              <a:buNone/>
              <a:defRPr sz="2200"/>
            </a:lvl1pPr>
            <a:lvl2pPr lvl="1">
              <a:spcBef>
                <a:spcPts val="560"/>
              </a:spcBef>
              <a:spcAft>
                <a:spcPts val="0"/>
              </a:spcAft>
              <a:buSzPts val="2200"/>
              <a:buNone/>
              <a:defRPr sz="2200"/>
            </a:lvl2pPr>
            <a:lvl3pPr lvl="2">
              <a:spcBef>
                <a:spcPts val="480"/>
              </a:spcBef>
              <a:spcAft>
                <a:spcPts val="0"/>
              </a:spcAft>
              <a:buSzPts val="2200"/>
              <a:buNone/>
              <a:defRPr sz="2200"/>
            </a:lvl3pPr>
            <a:lvl4pPr lvl="3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4pPr>
            <a:lvl5pPr lvl="4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5pPr>
            <a:lvl6pPr lvl="5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6pPr>
            <a:lvl7pPr lvl="6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7pPr>
            <a:lvl8pPr lvl="7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8pPr>
            <a:lvl9pPr lvl="8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3"/>
          </p:nvPr>
        </p:nvSpPr>
        <p:spPr>
          <a:xfrm>
            <a:off x="12880325" y="691400"/>
            <a:ext cx="4529700" cy="486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 rtl="0">
              <a:spcBef>
                <a:spcPts val="64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r" rtl="0">
              <a:spcBef>
                <a:spcPts val="560"/>
              </a:spcBef>
              <a:spcAft>
                <a:spcPts val="0"/>
              </a:spcAft>
              <a:buSzPts val="2200"/>
              <a:buNone/>
              <a:defRPr sz="2200"/>
            </a:lvl2pPr>
            <a:lvl3pPr lvl="2" algn="r" rtl="0">
              <a:spcBef>
                <a:spcPts val="480"/>
              </a:spcBef>
              <a:spcAft>
                <a:spcPts val="0"/>
              </a:spcAft>
              <a:buSzPts val="2200"/>
              <a:buNone/>
              <a:defRPr sz="2200"/>
            </a:lvl3pPr>
            <a:lvl4pPr lvl="3" algn="r" rtl="0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4pPr>
            <a:lvl5pPr lvl="4" algn="r" rtl="0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5pPr>
            <a:lvl6pPr lvl="5" algn="r" rtl="0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6pPr>
            <a:lvl7pPr lvl="6" algn="r" rtl="0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7pPr>
            <a:lvl8pPr lvl="7" algn="r" rtl="0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8pPr>
            <a:lvl9pPr lvl="8" algn="r" rtl="0">
              <a:spcBef>
                <a:spcPts val="40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1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1257100" y="413500"/>
            <a:ext cx="8615100" cy="3198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850"/>
              <a:buNone/>
              <a:defRPr sz="108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" name="Google Shape;19;p4"/>
          <p:cNvPicPr preferRelativeResize="0"/>
          <p:nvPr/>
        </p:nvPicPr>
        <p:blipFill rotWithShape="1">
          <a:blip r:embed="rId2">
            <a:alphaModFix/>
          </a:blip>
          <a:srcRect r="9107"/>
          <a:stretch/>
        </p:blipFill>
        <p:spPr>
          <a:xfrm>
            <a:off x="9872225" y="3373928"/>
            <a:ext cx="8428748" cy="255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4"/>
          <p:cNvPicPr preferRelativeResize="0"/>
          <p:nvPr/>
        </p:nvPicPr>
        <p:blipFill rotWithShape="1">
          <a:blip r:embed="rId2">
            <a:alphaModFix/>
          </a:blip>
          <a:srcRect r="9107"/>
          <a:stretch/>
        </p:blipFill>
        <p:spPr>
          <a:xfrm>
            <a:off x="9872225" y="6262384"/>
            <a:ext cx="8428748" cy="255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4"/>
          <p:cNvPicPr preferRelativeResize="0"/>
          <p:nvPr/>
        </p:nvPicPr>
        <p:blipFill rotWithShape="1">
          <a:blip r:embed="rId2">
            <a:alphaModFix/>
          </a:blip>
          <a:srcRect r="9107"/>
          <a:stretch/>
        </p:blipFill>
        <p:spPr>
          <a:xfrm>
            <a:off x="9872225" y="629450"/>
            <a:ext cx="8428748" cy="255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61" y="4162663"/>
            <a:ext cx="8428751" cy="5902624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/>
          <p:nvPr/>
        </p:nvSpPr>
        <p:spPr>
          <a:xfrm>
            <a:off x="10761342" y="1263612"/>
            <a:ext cx="1701000" cy="16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86" b="0" i="0" u="none" strike="noStrike" cap="none">
                <a:solidFill>
                  <a:srgbClr val="08524D"/>
                </a:solidFill>
                <a:latin typeface="Rajdhani"/>
                <a:ea typeface="Rajdhani"/>
                <a:cs typeface="Rajdhani"/>
                <a:sym typeface="Rajdhani"/>
              </a:rPr>
              <a:t>01</a:t>
            </a:r>
            <a:endParaRPr/>
          </a:p>
        </p:txBody>
      </p:sp>
      <p:sp>
        <p:nvSpPr>
          <p:cNvPr id="24" name="Google Shape;24;p4"/>
          <p:cNvSpPr txBox="1"/>
          <p:nvPr/>
        </p:nvSpPr>
        <p:spPr>
          <a:xfrm>
            <a:off x="10761342" y="3947132"/>
            <a:ext cx="1701000" cy="16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86" b="0" i="0" u="none" strike="noStrike" cap="none">
                <a:solidFill>
                  <a:srgbClr val="08524D"/>
                </a:solidFill>
                <a:latin typeface="Rajdhani"/>
                <a:ea typeface="Rajdhani"/>
                <a:cs typeface="Rajdhani"/>
                <a:sym typeface="Rajdhani"/>
              </a:rPr>
              <a:t>02</a:t>
            </a:r>
            <a:endParaRPr/>
          </a:p>
        </p:txBody>
      </p:sp>
      <p:sp>
        <p:nvSpPr>
          <p:cNvPr id="25" name="Google Shape;25;p4"/>
          <p:cNvSpPr txBox="1"/>
          <p:nvPr/>
        </p:nvSpPr>
        <p:spPr>
          <a:xfrm>
            <a:off x="10761342" y="6836829"/>
            <a:ext cx="1701000" cy="16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86" b="0" i="0" u="none" strike="noStrike" cap="none">
                <a:solidFill>
                  <a:srgbClr val="08524D"/>
                </a:solidFill>
                <a:latin typeface="Rajdhani"/>
                <a:ea typeface="Rajdhani"/>
                <a:cs typeface="Rajdhani"/>
                <a:sym typeface="Rajdhani"/>
              </a:rPr>
              <a:t>03</a:t>
            </a:r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ubTitle" idx="1"/>
          </p:nvPr>
        </p:nvSpPr>
        <p:spPr>
          <a:xfrm>
            <a:off x="12678650" y="4394725"/>
            <a:ext cx="4385100" cy="718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650"/>
              <a:buNone/>
              <a:defRPr sz="3650">
                <a:solidFill>
                  <a:schemeClr val="dk1"/>
                </a:solidFill>
              </a:defRPr>
            </a:lvl1pPr>
            <a:lvl2pPr lvl="1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ubTitle" idx="2"/>
          </p:nvPr>
        </p:nvSpPr>
        <p:spPr>
          <a:xfrm>
            <a:off x="12678650" y="1653550"/>
            <a:ext cx="4385100" cy="718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650"/>
              <a:buNone/>
              <a:defRPr sz="3650">
                <a:solidFill>
                  <a:schemeClr val="dk1"/>
                </a:solidFill>
              </a:defRPr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ubTitle" idx="3"/>
          </p:nvPr>
        </p:nvSpPr>
        <p:spPr>
          <a:xfrm>
            <a:off x="12678650" y="7342653"/>
            <a:ext cx="4385100" cy="718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650"/>
              <a:buNone/>
              <a:defRPr sz="3650">
                <a:solidFill>
                  <a:schemeClr val="dk1"/>
                </a:solidFill>
              </a:defRPr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2">
    <p:bg>
      <p:bgPr>
        <a:solidFill>
          <a:srgbClr val="43D29F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oogle Shape;30;p5"/>
          <p:cNvGrpSpPr/>
          <p:nvPr/>
        </p:nvGrpSpPr>
        <p:grpSpPr>
          <a:xfrm>
            <a:off x="0" y="1238812"/>
            <a:ext cx="18288000" cy="4879047"/>
            <a:chOff x="0" y="25400"/>
            <a:chExt cx="24384000" cy="6505396"/>
          </a:xfrm>
        </p:grpSpPr>
        <p:cxnSp>
          <p:nvCxnSpPr>
            <p:cNvPr id="31" name="Google Shape;31;p5"/>
            <p:cNvCxnSpPr/>
            <p:nvPr/>
          </p:nvCxnSpPr>
          <p:spPr>
            <a:xfrm>
              <a:off x="0" y="25400"/>
              <a:ext cx="24384000" cy="0"/>
            </a:xfrm>
            <a:prstGeom prst="straightConnector1">
              <a:avLst/>
            </a:prstGeom>
            <a:noFill/>
            <a:ln w="50800" cap="flat" cmpd="sng">
              <a:solidFill>
                <a:srgbClr val="F5F6F7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2" name="Google Shape;32;p5"/>
            <p:cNvCxnSpPr/>
            <p:nvPr/>
          </p:nvCxnSpPr>
          <p:spPr>
            <a:xfrm>
              <a:off x="0" y="1651749"/>
              <a:ext cx="24384000" cy="0"/>
            </a:xfrm>
            <a:prstGeom prst="straightConnector1">
              <a:avLst/>
            </a:prstGeom>
            <a:noFill/>
            <a:ln w="50800" cap="flat" cmpd="sng">
              <a:solidFill>
                <a:srgbClr val="F5F6F7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3" name="Google Shape;33;p5"/>
            <p:cNvCxnSpPr/>
            <p:nvPr/>
          </p:nvCxnSpPr>
          <p:spPr>
            <a:xfrm>
              <a:off x="0" y="3278098"/>
              <a:ext cx="24384000" cy="0"/>
            </a:xfrm>
            <a:prstGeom prst="straightConnector1">
              <a:avLst/>
            </a:prstGeom>
            <a:noFill/>
            <a:ln w="50800" cap="flat" cmpd="sng">
              <a:solidFill>
                <a:srgbClr val="F5F6F7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4" name="Google Shape;34;p5"/>
            <p:cNvCxnSpPr/>
            <p:nvPr/>
          </p:nvCxnSpPr>
          <p:spPr>
            <a:xfrm>
              <a:off x="0" y="4904447"/>
              <a:ext cx="24384000" cy="0"/>
            </a:xfrm>
            <a:prstGeom prst="straightConnector1">
              <a:avLst/>
            </a:prstGeom>
            <a:noFill/>
            <a:ln w="50800" cap="flat" cmpd="sng">
              <a:solidFill>
                <a:srgbClr val="F5F6F7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5" name="Google Shape;35;p5"/>
            <p:cNvCxnSpPr/>
            <p:nvPr/>
          </p:nvCxnSpPr>
          <p:spPr>
            <a:xfrm>
              <a:off x="0" y="6530796"/>
              <a:ext cx="24384000" cy="0"/>
            </a:xfrm>
            <a:prstGeom prst="straightConnector1">
              <a:avLst/>
            </a:prstGeom>
            <a:noFill/>
            <a:ln w="50800" cap="flat" cmpd="sng">
              <a:solidFill>
                <a:srgbClr val="F5F6F7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36" name="Google Shape;36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145451" y="330970"/>
            <a:ext cx="12011669" cy="8367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" name="Google Shape;37;p5"/>
          <p:cNvGrpSpPr/>
          <p:nvPr/>
        </p:nvGrpSpPr>
        <p:grpSpPr>
          <a:xfrm>
            <a:off x="0" y="6993082"/>
            <a:ext cx="18288118" cy="3294190"/>
            <a:chOff x="0" y="-85725"/>
            <a:chExt cx="4816592" cy="867600"/>
          </a:xfrm>
        </p:grpSpPr>
        <p:sp>
          <p:nvSpPr>
            <p:cNvPr id="38" name="Google Shape;38;p5"/>
            <p:cNvSpPr/>
            <p:nvPr/>
          </p:nvSpPr>
          <p:spPr>
            <a:xfrm>
              <a:off x="0" y="0"/>
              <a:ext cx="4816592" cy="781808"/>
            </a:xfrm>
            <a:custGeom>
              <a:avLst/>
              <a:gdLst/>
              <a:ahLst/>
              <a:cxnLst/>
              <a:rect l="l" t="t" r="r" b="b"/>
              <a:pathLst>
                <a:path w="4816592" h="781808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781808"/>
                  </a:lnTo>
                  <a:lnTo>
                    <a:pt x="0" y="781808"/>
                  </a:lnTo>
                  <a:close/>
                </a:path>
              </a:pathLst>
            </a:custGeom>
            <a:solidFill>
              <a:srgbClr val="08524D"/>
            </a:solidFill>
            <a:ln>
              <a:noFill/>
            </a:ln>
          </p:spPr>
        </p:sp>
        <p:sp>
          <p:nvSpPr>
            <p:cNvPr id="39" name="Google Shape;39;p5"/>
            <p:cNvSpPr txBox="1"/>
            <p:nvPr/>
          </p:nvSpPr>
          <p:spPr>
            <a:xfrm>
              <a:off x="0" y="-85725"/>
              <a:ext cx="4816500" cy="86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0" name="Google Shape;40;p5"/>
          <p:cNvSpPr txBox="1"/>
          <p:nvPr/>
        </p:nvSpPr>
        <p:spPr>
          <a:xfrm>
            <a:off x="331466" y="7376960"/>
            <a:ext cx="3231000" cy="27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69" b="0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01</a:t>
            </a:r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title"/>
          </p:nvPr>
        </p:nvSpPr>
        <p:spPr>
          <a:xfrm>
            <a:off x="3652333" y="7332355"/>
            <a:ext cx="14049900" cy="161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7950"/>
              <a:buNone/>
              <a:defRPr sz="1795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">
  <p:cSld name="CUSTOM_3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1028700" y="605150"/>
            <a:ext cx="16817100" cy="161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4" name="Google Shape;44;p6"/>
          <p:cNvGrpSpPr/>
          <p:nvPr/>
        </p:nvGrpSpPr>
        <p:grpSpPr>
          <a:xfrm>
            <a:off x="652192" y="3059276"/>
            <a:ext cx="5588163" cy="5653649"/>
            <a:chOff x="0" y="-9525"/>
            <a:chExt cx="812800" cy="822325"/>
          </a:xfrm>
        </p:grpSpPr>
        <p:sp>
          <p:nvSpPr>
            <p:cNvPr id="45" name="Google Shape;45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6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7" name="Google Shape;47;p6"/>
          <p:cNvGrpSpPr/>
          <p:nvPr/>
        </p:nvGrpSpPr>
        <p:grpSpPr>
          <a:xfrm>
            <a:off x="745653" y="2857348"/>
            <a:ext cx="5588163" cy="5653649"/>
            <a:chOff x="0" y="-9525"/>
            <a:chExt cx="812800" cy="822325"/>
          </a:xfrm>
        </p:grpSpPr>
        <p:sp>
          <p:nvSpPr>
            <p:cNvPr id="48" name="Google Shape;48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" name="Google Shape;50;p6"/>
          <p:cNvGrpSpPr/>
          <p:nvPr/>
        </p:nvGrpSpPr>
        <p:grpSpPr>
          <a:xfrm>
            <a:off x="11943240" y="3059276"/>
            <a:ext cx="5588163" cy="5653649"/>
            <a:chOff x="0" y="-9525"/>
            <a:chExt cx="812800" cy="822325"/>
          </a:xfrm>
        </p:grpSpPr>
        <p:sp>
          <p:nvSpPr>
            <p:cNvPr id="51" name="Google Shape;51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6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" name="Google Shape;53;p6"/>
          <p:cNvGrpSpPr/>
          <p:nvPr/>
        </p:nvGrpSpPr>
        <p:grpSpPr>
          <a:xfrm>
            <a:off x="12047642" y="2857348"/>
            <a:ext cx="5588163" cy="5653649"/>
            <a:chOff x="0" y="-9525"/>
            <a:chExt cx="812800" cy="822325"/>
          </a:xfrm>
        </p:grpSpPr>
        <p:sp>
          <p:nvSpPr>
            <p:cNvPr id="54" name="Google Shape;54;p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6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6" name="Google Shape;56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866434" y="3770996"/>
            <a:ext cx="1253275" cy="117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219188" y="3429000"/>
            <a:ext cx="1140575" cy="137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83506" y="2857354"/>
            <a:ext cx="7911506" cy="640095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subTitle" idx="1"/>
          </p:nvPr>
        </p:nvSpPr>
        <p:spPr>
          <a:xfrm>
            <a:off x="1981525" y="519382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50"/>
              <a:buNone/>
              <a:defRPr sz="2550" b="1">
                <a:solidFill>
                  <a:schemeClr val="dk1"/>
                </a:solidFill>
              </a:defRPr>
            </a:lvl1pPr>
            <a:lvl2pPr lvl="1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6"/>
          <p:cNvSpPr txBox="1">
            <a:spLocks noGrp="1"/>
          </p:cNvSpPr>
          <p:nvPr>
            <p:ph type="body" idx="2"/>
          </p:nvPr>
        </p:nvSpPr>
        <p:spPr>
          <a:xfrm>
            <a:off x="1873825" y="614630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5560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3pPr>
            <a:lvl4pPr marL="1828800" lvl="3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4pPr>
            <a:lvl5pPr marL="2286000" lvl="4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>
                <a:solidFill>
                  <a:schemeClr val="dk1"/>
                </a:solidFill>
              </a:defRPr>
            </a:lvl5pPr>
            <a:lvl6pPr marL="2743200" lvl="5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6pPr>
            <a:lvl7pPr marL="3200400" lvl="6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7pPr>
            <a:lvl8pPr marL="3657600" lvl="7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8pPr>
            <a:lvl9pPr marL="4114800" lvl="8" indent="-35560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ubTitle" idx="3"/>
          </p:nvPr>
        </p:nvSpPr>
        <p:spPr>
          <a:xfrm>
            <a:off x="13376975" y="519382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550"/>
              <a:buNone/>
              <a:defRPr sz="2550" b="1">
                <a:solidFill>
                  <a:schemeClr val="dk1"/>
                </a:solidFill>
              </a:defRPr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6"/>
          <p:cNvSpPr txBox="1">
            <a:spLocks noGrp="1"/>
          </p:cNvSpPr>
          <p:nvPr>
            <p:ph type="body" idx="4"/>
          </p:nvPr>
        </p:nvSpPr>
        <p:spPr>
          <a:xfrm>
            <a:off x="13269275" y="614630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1pPr>
            <a:lvl2pPr marL="914400" lvl="1" indent="-355600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2pPr>
            <a:lvl3pPr marL="1371600" lvl="2" indent="-355600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3pPr>
            <a:lvl4pPr marL="1828800" lvl="3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solidFill>
                  <a:schemeClr val="dk1"/>
                </a:solidFill>
              </a:defRPr>
            </a:lvl4pPr>
            <a:lvl5pPr marL="2286000" lvl="4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>
                <a:solidFill>
                  <a:schemeClr val="dk1"/>
                </a:solidFill>
              </a:defRPr>
            </a:lvl5pPr>
            <a:lvl6pPr marL="2743200" lvl="5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6pPr>
            <a:lvl7pPr marL="3200400" lvl="6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7pPr>
            <a:lvl8pPr marL="3657600" lvl="7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8pPr>
            <a:lvl9pPr marL="4114800" lvl="8" indent="-355600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>
  <p:cSld name="CUSTOM_4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1028700" y="605150"/>
            <a:ext cx="16817100" cy="161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0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5" name="Google Shape;65;p7"/>
          <p:cNvGrpSpPr/>
          <p:nvPr/>
        </p:nvGrpSpPr>
        <p:grpSpPr>
          <a:xfrm>
            <a:off x="2166573" y="2944098"/>
            <a:ext cx="2412329" cy="3043076"/>
            <a:chOff x="0" y="0"/>
            <a:chExt cx="3216439" cy="4057435"/>
          </a:xfrm>
        </p:grpSpPr>
        <p:sp>
          <p:nvSpPr>
            <p:cNvPr id="66" name="Google Shape;66;p7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67" name="Google Shape;67;p7"/>
            <p:cNvGrpSpPr/>
            <p:nvPr/>
          </p:nvGrpSpPr>
          <p:grpSpPr>
            <a:xfrm>
              <a:off x="497212" y="353734"/>
              <a:ext cx="2222033" cy="2248072"/>
              <a:chOff x="0" y="-9525"/>
              <a:chExt cx="812800" cy="822325"/>
            </a:xfrm>
          </p:grpSpPr>
          <p:sp>
            <p:nvSpPr>
              <p:cNvPr id="68" name="Google Shape;68;p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CFFA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7"/>
              <p:cNvSpPr txBox="1"/>
              <p:nvPr/>
            </p:nvSpPr>
            <p:spPr>
              <a:xfrm>
                <a:off x="76200" y="-9525"/>
                <a:ext cx="660300" cy="7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70" name="Google Shape;70;p7"/>
          <p:cNvGrpSpPr/>
          <p:nvPr/>
        </p:nvGrpSpPr>
        <p:grpSpPr>
          <a:xfrm>
            <a:off x="6014081" y="2944098"/>
            <a:ext cx="2412329" cy="3043076"/>
            <a:chOff x="0" y="0"/>
            <a:chExt cx="3216439" cy="4057435"/>
          </a:xfrm>
        </p:grpSpPr>
        <p:sp>
          <p:nvSpPr>
            <p:cNvPr id="71" name="Google Shape;71;p7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72" name="Google Shape;72;p7"/>
            <p:cNvGrpSpPr/>
            <p:nvPr/>
          </p:nvGrpSpPr>
          <p:grpSpPr>
            <a:xfrm>
              <a:off x="497212" y="353734"/>
              <a:ext cx="2222033" cy="2248072"/>
              <a:chOff x="0" y="-9525"/>
              <a:chExt cx="812800" cy="822325"/>
            </a:xfrm>
          </p:grpSpPr>
          <p:sp>
            <p:nvSpPr>
              <p:cNvPr id="73" name="Google Shape;73;p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3D29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7"/>
              <p:cNvSpPr txBox="1"/>
              <p:nvPr/>
            </p:nvSpPr>
            <p:spPr>
              <a:xfrm>
                <a:off x="76200" y="-9525"/>
                <a:ext cx="660300" cy="7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75" name="Google Shape;75;p7"/>
          <p:cNvGrpSpPr/>
          <p:nvPr/>
        </p:nvGrpSpPr>
        <p:grpSpPr>
          <a:xfrm>
            <a:off x="9861589" y="2944098"/>
            <a:ext cx="2412329" cy="3043076"/>
            <a:chOff x="0" y="0"/>
            <a:chExt cx="3216439" cy="4057435"/>
          </a:xfrm>
        </p:grpSpPr>
        <p:sp>
          <p:nvSpPr>
            <p:cNvPr id="76" name="Google Shape;76;p7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77" name="Google Shape;77;p7"/>
            <p:cNvGrpSpPr/>
            <p:nvPr/>
          </p:nvGrpSpPr>
          <p:grpSpPr>
            <a:xfrm>
              <a:off x="497212" y="353734"/>
              <a:ext cx="2222033" cy="2248072"/>
              <a:chOff x="0" y="-9525"/>
              <a:chExt cx="812800" cy="822325"/>
            </a:xfrm>
          </p:grpSpPr>
          <p:sp>
            <p:nvSpPr>
              <p:cNvPr id="78" name="Google Shape;78;p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CCFFA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Google Shape;79;p7"/>
              <p:cNvSpPr txBox="1"/>
              <p:nvPr/>
            </p:nvSpPr>
            <p:spPr>
              <a:xfrm>
                <a:off x="76200" y="-9525"/>
                <a:ext cx="660300" cy="7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80" name="Google Shape;80;p7"/>
          <p:cNvGrpSpPr/>
          <p:nvPr/>
        </p:nvGrpSpPr>
        <p:grpSpPr>
          <a:xfrm>
            <a:off x="13709097" y="2944098"/>
            <a:ext cx="2412329" cy="3043076"/>
            <a:chOff x="0" y="0"/>
            <a:chExt cx="3216439" cy="4057435"/>
          </a:xfrm>
        </p:grpSpPr>
        <p:sp>
          <p:nvSpPr>
            <p:cNvPr id="81" name="Google Shape;81;p7"/>
            <p:cNvSpPr/>
            <p:nvPr/>
          </p:nvSpPr>
          <p:spPr>
            <a:xfrm>
              <a:off x="0" y="0"/>
              <a:ext cx="3216439" cy="4057435"/>
            </a:xfrm>
            <a:custGeom>
              <a:avLst/>
              <a:gdLst/>
              <a:ahLst/>
              <a:cxnLst/>
              <a:rect l="l" t="t" r="r" b="b"/>
              <a:pathLst>
                <a:path w="3216439" h="4057435" extrusionOk="0">
                  <a:moveTo>
                    <a:pt x="0" y="0"/>
                  </a:moveTo>
                  <a:lnTo>
                    <a:pt x="3216439" y="0"/>
                  </a:lnTo>
                  <a:lnTo>
                    <a:pt x="3216439" y="4057435"/>
                  </a:lnTo>
                  <a:lnTo>
                    <a:pt x="0" y="4057435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  <p:grpSp>
          <p:nvGrpSpPr>
            <p:cNvPr id="82" name="Google Shape;82;p7"/>
            <p:cNvGrpSpPr/>
            <p:nvPr/>
          </p:nvGrpSpPr>
          <p:grpSpPr>
            <a:xfrm>
              <a:off x="497212" y="353734"/>
              <a:ext cx="2222033" cy="2248072"/>
              <a:chOff x="0" y="-9525"/>
              <a:chExt cx="812800" cy="822325"/>
            </a:xfrm>
          </p:grpSpPr>
          <p:sp>
            <p:nvSpPr>
              <p:cNvPr id="83" name="Google Shape;83;p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43D29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7"/>
              <p:cNvSpPr txBox="1"/>
              <p:nvPr/>
            </p:nvSpPr>
            <p:spPr>
              <a:xfrm>
                <a:off x="76200" y="-9525"/>
                <a:ext cx="660300" cy="74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81111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85" name="Google Shape;85;p7"/>
          <p:cNvCxnSpPr/>
          <p:nvPr/>
        </p:nvCxnSpPr>
        <p:spPr>
          <a:xfrm>
            <a:off x="0" y="6465139"/>
            <a:ext cx="18288000" cy="0"/>
          </a:xfrm>
          <a:prstGeom prst="straightConnector1">
            <a:avLst/>
          </a:prstGeom>
          <a:noFill/>
          <a:ln w="38100" cap="flat" cmpd="sng">
            <a:solidFill>
              <a:srgbClr val="F5F6F7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86" name="Google Shape;86;p7"/>
          <p:cNvGrpSpPr/>
          <p:nvPr/>
        </p:nvGrpSpPr>
        <p:grpSpPr>
          <a:xfrm>
            <a:off x="7017575" y="6278589"/>
            <a:ext cx="405343" cy="410093"/>
            <a:chOff x="0" y="-9525"/>
            <a:chExt cx="812800" cy="822325"/>
          </a:xfrm>
        </p:grpSpPr>
        <p:sp>
          <p:nvSpPr>
            <p:cNvPr id="87" name="Google Shape;87;p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3D2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7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" name="Google Shape;89;p7"/>
          <p:cNvGrpSpPr/>
          <p:nvPr/>
        </p:nvGrpSpPr>
        <p:grpSpPr>
          <a:xfrm>
            <a:off x="14705308" y="6278589"/>
            <a:ext cx="405343" cy="410093"/>
            <a:chOff x="0" y="-9525"/>
            <a:chExt cx="812800" cy="822325"/>
          </a:xfrm>
        </p:grpSpPr>
        <p:sp>
          <p:nvSpPr>
            <p:cNvPr id="90" name="Google Shape;90;p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3D2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7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" name="Google Shape;92;p7"/>
          <p:cNvGrpSpPr/>
          <p:nvPr/>
        </p:nvGrpSpPr>
        <p:grpSpPr>
          <a:xfrm>
            <a:off x="10861442" y="6259588"/>
            <a:ext cx="405343" cy="429094"/>
            <a:chOff x="0" y="-47625"/>
            <a:chExt cx="812800" cy="860425"/>
          </a:xfrm>
        </p:grpSpPr>
        <p:sp>
          <p:nvSpPr>
            <p:cNvPr id="93" name="Google Shape;93;p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7"/>
            <p:cNvSpPr txBox="1"/>
            <p:nvPr/>
          </p:nvSpPr>
          <p:spPr>
            <a:xfrm>
              <a:off x="76200" y="-47625"/>
              <a:ext cx="660300" cy="78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44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" name="Google Shape;95;p7"/>
          <p:cNvGrpSpPr/>
          <p:nvPr/>
        </p:nvGrpSpPr>
        <p:grpSpPr>
          <a:xfrm>
            <a:off x="3170068" y="6259588"/>
            <a:ext cx="405343" cy="429094"/>
            <a:chOff x="0" y="-47625"/>
            <a:chExt cx="812800" cy="860425"/>
          </a:xfrm>
        </p:grpSpPr>
        <p:sp>
          <p:nvSpPr>
            <p:cNvPr id="96" name="Google Shape;96;p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7"/>
            <p:cNvSpPr txBox="1"/>
            <p:nvPr/>
          </p:nvSpPr>
          <p:spPr>
            <a:xfrm>
              <a:off x="76200" y="-47625"/>
              <a:ext cx="660300" cy="78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44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8" name="Google Shape;98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4125" y="3505584"/>
            <a:ext cx="1404250" cy="1510231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53207" y="3519677"/>
            <a:ext cx="1404250" cy="143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365625" y="3577545"/>
            <a:ext cx="1404250" cy="13663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4126200" y="3515075"/>
            <a:ext cx="1496049" cy="1510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7"/>
          <p:cNvSpPr txBox="1">
            <a:spLocks noGrp="1"/>
          </p:cNvSpPr>
          <p:nvPr>
            <p:ph type="subTitle" idx="1"/>
          </p:nvPr>
        </p:nvSpPr>
        <p:spPr>
          <a:xfrm>
            <a:off x="1891500" y="703157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7"/>
          <p:cNvSpPr txBox="1">
            <a:spLocks noGrp="1"/>
          </p:cNvSpPr>
          <p:nvPr>
            <p:ph type="body" idx="2"/>
          </p:nvPr>
        </p:nvSpPr>
        <p:spPr>
          <a:xfrm>
            <a:off x="1783800" y="798405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04" name="Google Shape;104;p7"/>
          <p:cNvSpPr txBox="1">
            <a:spLocks noGrp="1"/>
          </p:cNvSpPr>
          <p:nvPr>
            <p:ph type="subTitle" idx="3"/>
          </p:nvPr>
        </p:nvSpPr>
        <p:spPr>
          <a:xfrm>
            <a:off x="5755488" y="703157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7"/>
          <p:cNvSpPr txBox="1">
            <a:spLocks noGrp="1"/>
          </p:cNvSpPr>
          <p:nvPr>
            <p:ph type="body" idx="4"/>
          </p:nvPr>
        </p:nvSpPr>
        <p:spPr>
          <a:xfrm>
            <a:off x="5647788" y="798405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7"/>
          <p:cNvSpPr txBox="1">
            <a:spLocks noGrp="1"/>
          </p:cNvSpPr>
          <p:nvPr>
            <p:ph type="subTitle" idx="5"/>
          </p:nvPr>
        </p:nvSpPr>
        <p:spPr>
          <a:xfrm>
            <a:off x="9599350" y="703157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7"/>
          <p:cNvSpPr txBox="1">
            <a:spLocks noGrp="1"/>
          </p:cNvSpPr>
          <p:nvPr>
            <p:ph type="body" idx="6"/>
          </p:nvPr>
        </p:nvSpPr>
        <p:spPr>
          <a:xfrm>
            <a:off x="9491650" y="798405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7"/>
          <p:cNvSpPr txBox="1">
            <a:spLocks noGrp="1"/>
          </p:cNvSpPr>
          <p:nvPr>
            <p:ph type="subTitle" idx="7"/>
          </p:nvPr>
        </p:nvSpPr>
        <p:spPr>
          <a:xfrm>
            <a:off x="13409475" y="7031575"/>
            <a:ext cx="29295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7"/>
          <p:cNvSpPr txBox="1">
            <a:spLocks noGrp="1"/>
          </p:cNvSpPr>
          <p:nvPr>
            <p:ph type="body" idx="8"/>
          </p:nvPr>
        </p:nvSpPr>
        <p:spPr>
          <a:xfrm>
            <a:off x="13301775" y="7984050"/>
            <a:ext cx="3144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_5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8"/>
          <p:cNvSpPr txBox="1">
            <a:spLocks noGrp="1"/>
          </p:cNvSpPr>
          <p:nvPr>
            <p:ph type="title"/>
          </p:nvPr>
        </p:nvSpPr>
        <p:spPr>
          <a:xfrm>
            <a:off x="1028700" y="336428"/>
            <a:ext cx="17266800" cy="161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12" name="Google Shape;112;p8"/>
          <p:cNvGrpSpPr/>
          <p:nvPr/>
        </p:nvGrpSpPr>
        <p:grpSpPr>
          <a:xfrm rot="2700000">
            <a:off x="5894142" y="2591171"/>
            <a:ext cx="6719013" cy="6797752"/>
            <a:chOff x="0" y="-9525"/>
            <a:chExt cx="812800" cy="822325"/>
          </a:xfrm>
        </p:grpSpPr>
        <p:sp>
          <p:nvSpPr>
            <p:cNvPr id="113" name="Google Shape;113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CCFFA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5" name="Google Shape;115;p8"/>
          <p:cNvGrpSpPr/>
          <p:nvPr/>
        </p:nvGrpSpPr>
        <p:grpSpPr>
          <a:xfrm rot="2700000">
            <a:off x="7512925" y="4256078"/>
            <a:ext cx="3454396" cy="3494877"/>
            <a:chOff x="0" y="-9525"/>
            <a:chExt cx="812800" cy="822325"/>
          </a:xfrm>
        </p:grpSpPr>
        <p:sp>
          <p:nvSpPr>
            <p:cNvPr id="116" name="Google Shape;116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CFFA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8" name="Google Shape;118;p8"/>
          <p:cNvGrpSpPr/>
          <p:nvPr/>
        </p:nvGrpSpPr>
        <p:grpSpPr>
          <a:xfrm rot="2700000">
            <a:off x="10449623" y="2705149"/>
            <a:ext cx="2076752" cy="2101089"/>
            <a:chOff x="0" y="-9525"/>
            <a:chExt cx="812800" cy="822325"/>
          </a:xfrm>
        </p:grpSpPr>
        <p:sp>
          <p:nvSpPr>
            <p:cNvPr id="119" name="Google Shape;119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8524D"/>
            </a:solidFill>
            <a:ln w="38100" cap="sq" cmpd="sng">
              <a:solidFill>
                <a:srgbClr val="CCFFA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8"/>
          <p:cNvGrpSpPr/>
          <p:nvPr/>
        </p:nvGrpSpPr>
        <p:grpSpPr>
          <a:xfrm rot="2700000">
            <a:off x="5945052" y="7209720"/>
            <a:ext cx="2076752" cy="2101089"/>
            <a:chOff x="0" y="-9525"/>
            <a:chExt cx="812800" cy="822325"/>
          </a:xfrm>
        </p:grpSpPr>
        <p:sp>
          <p:nvSpPr>
            <p:cNvPr id="122" name="Google Shape;122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8524D"/>
            </a:solidFill>
            <a:ln w="38100" cap="sq" cmpd="sng">
              <a:solidFill>
                <a:srgbClr val="CCFFA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4" name="Google Shape;124;p8"/>
          <p:cNvGrpSpPr/>
          <p:nvPr/>
        </p:nvGrpSpPr>
        <p:grpSpPr>
          <a:xfrm rot="2700000">
            <a:off x="10412666" y="7178165"/>
            <a:ext cx="2076752" cy="2101089"/>
            <a:chOff x="0" y="-9525"/>
            <a:chExt cx="812800" cy="822325"/>
          </a:xfrm>
        </p:grpSpPr>
        <p:sp>
          <p:nvSpPr>
            <p:cNvPr id="125" name="Google Shape;125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8524D"/>
            </a:solidFill>
            <a:ln w="38100" cap="sq" cmpd="sng">
              <a:solidFill>
                <a:srgbClr val="CCFFA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p8"/>
          <p:cNvGrpSpPr/>
          <p:nvPr/>
        </p:nvGrpSpPr>
        <p:grpSpPr>
          <a:xfrm rot="2700000">
            <a:off x="5820521" y="2583214"/>
            <a:ext cx="2076752" cy="2101089"/>
            <a:chOff x="0" y="-9525"/>
            <a:chExt cx="812800" cy="822325"/>
          </a:xfrm>
        </p:grpSpPr>
        <p:sp>
          <p:nvSpPr>
            <p:cNvPr id="128" name="Google Shape;128;p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8524D"/>
            </a:solidFill>
            <a:ln w="38100" cap="sq" cmpd="sng">
              <a:solidFill>
                <a:srgbClr val="CCFFA4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8"/>
            <p:cNvSpPr txBox="1"/>
            <p:nvPr/>
          </p:nvSpPr>
          <p:spPr>
            <a:xfrm>
              <a:off x="76200" y="-9525"/>
              <a:ext cx="660300" cy="74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811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0" name="Google Shape;130;p8"/>
          <p:cNvSpPr/>
          <p:nvPr/>
        </p:nvSpPr>
        <p:spPr>
          <a:xfrm>
            <a:off x="10948748" y="3133865"/>
            <a:ext cx="1064777" cy="1155083"/>
          </a:xfrm>
          <a:custGeom>
            <a:avLst/>
            <a:gdLst/>
            <a:ahLst/>
            <a:cxnLst/>
            <a:rect l="l" t="t" r="r" b="b"/>
            <a:pathLst>
              <a:path w="1064777" h="1155083" extrusionOk="0">
                <a:moveTo>
                  <a:pt x="0" y="0"/>
                </a:moveTo>
                <a:lnTo>
                  <a:pt x="1064777" y="0"/>
                </a:lnTo>
                <a:lnTo>
                  <a:pt x="1064777" y="1155084"/>
                </a:lnTo>
                <a:lnTo>
                  <a:pt x="0" y="11550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1" name="Google Shape;131;p8"/>
          <p:cNvSpPr/>
          <p:nvPr/>
        </p:nvSpPr>
        <p:spPr>
          <a:xfrm>
            <a:off x="6357468" y="3107111"/>
            <a:ext cx="1014804" cy="1041311"/>
          </a:xfrm>
          <a:custGeom>
            <a:avLst/>
            <a:gdLst/>
            <a:ahLst/>
            <a:cxnLst/>
            <a:rect l="l" t="t" r="r" b="b"/>
            <a:pathLst>
              <a:path w="1014804" h="1041311" extrusionOk="0">
                <a:moveTo>
                  <a:pt x="0" y="0"/>
                </a:moveTo>
                <a:lnTo>
                  <a:pt x="1014804" y="0"/>
                </a:lnTo>
                <a:lnTo>
                  <a:pt x="1014804" y="1041310"/>
                </a:lnTo>
                <a:lnTo>
                  <a:pt x="0" y="104131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2" name="Google Shape;132;p8"/>
          <p:cNvSpPr/>
          <p:nvPr/>
        </p:nvSpPr>
        <p:spPr>
          <a:xfrm>
            <a:off x="10918284" y="7688926"/>
            <a:ext cx="1048308" cy="1061822"/>
          </a:xfrm>
          <a:custGeom>
            <a:avLst/>
            <a:gdLst/>
            <a:ahLst/>
            <a:cxnLst/>
            <a:rect l="l" t="t" r="r" b="b"/>
            <a:pathLst>
              <a:path w="1048308" h="1061822" extrusionOk="0">
                <a:moveTo>
                  <a:pt x="0" y="0"/>
                </a:moveTo>
                <a:lnTo>
                  <a:pt x="1048307" y="0"/>
                </a:lnTo>
                <a:lnTo>
                  <a:pt x="1048307" y="1061822"/>
                </a:lnTo>
                <a:lnTo>
                  <a:pt x="0" y="106182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3" name="Google Shape;133;p8"/>
          <p:cNvSpPr/>
          <p:nvPr/>
        </p:nvSpPr>
        <p:spPr>
          <a:xfrm>
            <a:off x="8318758" y="4965104"/>
            <a:ext cx="1900948" cy="1835279"/>
          </a:xfrm>
          <a:custGeom>
            <a:avLst/>
            <a:gdLst/>
            <a:ahLst/>
            <a:cxnLst/>
            <a:rect l="l" t="t" r="r" b="b"/>
            <a:pathLst>
              <a:path w="1900948" h="1835279" extrusionOk="0">
                <a:moveTo>
                  <a:pt x="0" y="0"/>
                </a:moveTo>
                <a:lnTo>
                  <a:pt x="1900948" y="0"/>
                </a:lnTo>
                <a:lnTo>
                  <a:pt x="1900948" y="1835279"/>
                </a:lnTo>
                <a:lnTo>
                  <a:pt x="0" y="183527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4" name="Google Shape;134;p8"/>
          <p:cNvSpPr/>
          <p:nvPr/>
        </p:nvSpPr>
        <p:spPr>
          <a:xfrm>
            <a:off x="6459715" y="7625567"/>
            <a:ext cx="1030217" cy="1293652"/>
          </a:xfrm>
          <a:custGeom>
            <a:avLst/>
            <a:gdLst/>
            <a:ahLst/>
            <a:cxnLst/>
            <a:rect l="l" t="t" r="r" b="b"/>
            <a:pathLst>
              <a:path w="1030217" h="1293652" extrusionOk="0">
                <a:moveTo>
                  <a:pt x="0" y="0"/>
                </a:moveTo>
                <a:lnTo>
                  <a:pt x="1030217" y="0"/>
                </a:lnTo>
                <a:lnTo>
                  <a:pt x="1030217" y="1293652"/>
                </a:lnTo>
                <a:lnTo>
                  <a:pt x="0" y="12936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135" name="Google Shape;135;p8"/>
          <p:cNvCxnSpPr/>
          <p:nvPr/>
        </p:nvCxnSpPr>
        <p:spPr>
          <a:xfrm>
            <a:off x="2179356" y="3402249"/>
            <a:ext cx="3676500" cy="0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6" name="Google Shape;136;p8"/>
          <p:cNvCxnSpPr/>
          <p:nvPr/>
        </p:nvCxnSpPr>
        <p:spPr>
          <a:xfrm>
            <a:off x="2179356" y="7707976"/>
            <a:ext cx="3958800" cy="0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7" name="Google Shape;137;p8"/>
          <p:cNvCxnSpPr/>
          <p:nvPr/>
        </p:nvCxnSpPr>
        <p:spPr>
          <a:xfrm>
            <a:off x="12443842" y="3402249"/>
            <a:ext cx="3730200" cy="0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38" name="Google Shape;138;p8"/>
          <p:cNvCxnSpPr/>
          <p:nvPr/>
        </p:nvCxnSpPr>
        <p:spPr>
          <a:xfrm>
            <a:off x="12443842" y="7707976"/>
            <a:ext cx="3958800" cy="0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9" name="Google Shape;139;p8"/>
          <p:cNvSpPr txBox="1">
            <a:spLocks noGrp="1"/>
          </p:cNvSpPr>
          <p:nvPr>
            <p:ph type="subTitle" idx="1"/>
          </p:nvPr>
        </p:nvSpPr>
        <p:spPr>
          <a:xfrm>
            <a:off x="140575" y="2697968"/>
            <a:ext cx="49140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algn="r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r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8"/>
          <p:cNvSpPr txBox="1">
            <a:spLocks noGrp="1"/>
          </p:cNvSpPr>
          <p:nvPr>
            <p:ph type="body" idx="2"/>
          </p:nvPr>
        </p:nvSpPr>
        <p:spPr>
          <a:xfrm>
            <a:off x="952275" y="3604735"/>
            <a:ext cx="4209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r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r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r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41" name="Google Shape;141;p8"/>
          <p:cNvSpPr txBox="1">
            <a:spLocks noGrp="1"/>
          </p:cNvSpPr>
          <p:nvPr>
            <p:ph type="subTitle" idx="3"/>
          </p:nvPr>
        </p:nvSpPr>
        <p:spPr>
          <a:xfrm>
            <a:off x="140575" y="7057217"/>
            <a:ext cx="49140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r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algn="r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r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r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8"/>
          <p:cNvSpPr txBox="1">
            <a:spLocks noGrp="1"/>
          </p:cNvSpPr>
          <p:nvPr>
            <p:ph type="body" idx="4"/>
          </p:nvPr>
        </p:nvSpPr>
        <p:spPr>
          <a:xfrm>
            <a:off x="952275" y="7963983"/>
            <a:ext cx="4209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r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r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r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r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8"/>
          <p:cNvSpPr txBox="1">
            <a:spLocks noGrp="1"/>
          </p:cNvSpPr>
          <p:nvPr>
            <p:ph type="subTitle" idx="5"/>
          </p:nvPr>
        </p:nvSpPr>
        <p:spPr>
          <a:xfrm>
            <a:off x="13233425" y="2697968"/>
            <a:ext cx="49140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algn="l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8"/>
          <p:cNvSpPr txBox="1">
            <a:spLocks noGrp="1"/>
          </p:cNvSpPr>
          <p:nvPr>
            <p:ph type="body" idx="6"/>
          </p:nvPr>
        </p:nvSpPr>
        <p:spPr>
          <a:xfrm>
            <a:off x="13270400" y="3604735"/>
            <a:ext cx="4209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8"/>
          <p:cNvSpPr txBox="1">
            <a:spLocks noGrp="1"/>
          </p:cNvSpPr>
          <p:nvPr>
            <p:ph type="subTitle" idx="7"/>
          </p:nvPr>
        </p:nvSpPr>
        <p:spPr>
          <a:xfrm>
            <a:off x="13233425" y="7057218"/>
            <a:ext cx="4914000" cy="60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SzPts val="2550"/>
              <a:buNone/>
              <a:defRPr sz="2550" b="1"/>
            </a:lvl1pPr>
            <a:lvl2pPr lvl="1" algn="l" rtl="0">
              <a:spcBef>
                <a:spcPts val="560"/>
              </a:spcBef>
              <a:spcAft>
                <a:spcPts val="0"/>
              </a:spcAft>
              <a:buSzPts val="2000"/>
              <a:buNone/>
              <a:defRPr/>
            </a:lvl2pPr>
            <a:lvl3pPr lvl="2" algn="l" rtl="0">
              <a:spcBef>
                <a:spcPts val="480"/>
              </a:spcBef>
              <a:spcAft>
                <a:spcPts val="0"/>
              </a:spcAft>
              <a:buSzPts val="2000"/>
              <a:buNone/>
              <a:defRPr/>
            </a:lvl3pPr>
            <a:lvl4pPr lvl="3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4pPr>
            <a:lvl5pPr lvl="4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5pPr>
            <a:lvl6pPr lvl="5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6pPr>
            <a:lvl7pPr lvl="6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7pPr>
            <a:lvl8pPr lvl="7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8pPr>
            <a:lvl9pPr lvl="8" algn="l" rtl="0">
              <a:spcBef>
                <a:spcPts val="40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8"/>
          <p:cNvSpPr txBox="1">
            <a:spLocks noGrp="1"/>
          </p:cNvSpPr>
          <p:nvPr>
            <p:ph type="body" idx="8"/>
          </p:nvPr>
        </p:nvSpPr>
        <p:spPr>
          <a:xfrm>
            <a:off x="13270400" y="7963985"/>
            <a:ext cx="4209900" cy="1707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55600" algn="l" rtl="0">
              <a:spcBef>
                <a:spcPts val="640"/>
              </a:spcBef>
              <a:spcAft>
                <a:spcPts val="0"/>
              </a:spcAft>
              <a:buSzPts val="2000"/>
              <a:buChar char="•"/>
              <a:defRPr/>
            </a:lvl1pPr>
            <a:lvl2pPr marL="914400" lvl="1" indent="-355600" algn="l" rtl="0">
              <a:spcBef>
                <a:spcPts val="560"/>
              </a:spcBef>
              <a:spcAft>
                <a:spcPts val="0"/>
              </a:spcAft>
              <a:buSzPts val="2000"/>
              <a:buChar char="–"/>
              <a:defRPr/>
            </a:lvl2pPr>
            <a:lvl3pPr marL="1371600" lvl="2" indent="-355600" algn="l" rtl="0">
              <a:spcBef>
                <a:spcPts val="48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–"/>
              <a:defRPr/>
            </a:lvl4pPr>
            <a:lvl5pPr marL="2286000" lvl="4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»"/>
              <a:defRPr/>
            </a:lvl5pPr>
            <a:lvl6pPr marL="2743200" lvl="5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6pPr>
            <a:lvl7pPr marL="3200400" lvl="6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7pPr>
            <a:lvl8pPr marL="3657600" lvl="7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8pPr>
            <a:lvl9pPr marL="4114800" lvl="8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10600" y="274650"/>
            <a:ext cx="17266800" cy="161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rgbClr val="CCFFA4"/>
              </a:buClr>
              <a:buSzPts val="10500"/>
              <a:buFont typeface="Rajdhani"/>
              <a:buNone/>
              <a:defRPr sz="10500" i="0" u="none" strike="noStrike" cap="none">
                <a:solidFill>
                  <a:srgbClr val="CCFFA4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029200" y="2504925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5600" algn="ctr" rtl="0">
              <a:spcBef>
                <a:spcPts val="64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marR="0" lvl="1" indent="-355600" algn="ctr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–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marR="0" lvl="2" indent="-355600" algn="ctr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marR="0" lvl="3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–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marR="0" lvl="4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»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marR="0" lvl="5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marR="0" lvl="6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marR="0" lvl="7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marR="0" lvl="8" indent="-355600" algn="ctr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Lato"/>
              <a:buChar char="•"/>
              <a:defRPr sz="200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jpg"/><Relationship Id="rId3" Type="http://schemas.openxmlformats.org/officeDocument/2006/relationships/image" Target="../media/image16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jp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2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jp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"/>
          <p:cNvSpPr/>
          <p:nvPr/>
        </p:nvSpPr>
        <p:spPr>
          <a:xfrm>
            <a:off x="9411612" y="8303699"/>
            <a:ext cx="8437612" cy="1011751"/>
          </a:xfrm>
          <a:custGeom>
            <a:avLst/>
            <a:gdLst/>
            <a:ahLst/>
            <a:cxnLst/>
            <a:rect l="l" t="t" r="r" b="b"/>
            <a:pathLst>
              <a:path w="2222252" h="266469" extrusionOk="0">
                <a:moveTo>
                  <a:pt x="1111126" y="0"/>
                </a:moveTo>
                <a:cubicBezTo>
                  <a:pt x="497468" y="0"/>
                  <a:pt x="0" y="59651"/>
                  <a:pt x="0" y="133235"/>
                </a:cubicBezTo>
                <a:cubicBezTo>
                  <a:pt x="0" y="206818"/>
                  <a:pt x="497468" y="266469"/>
                  <a:pt x="1111126" y="266469"/>
                </a:cubicBezTo>
                <a:cubicBezTo>
                  <a:pt x="1724784" y="266469"/>
                  <a:pt x="2222252" y="206818"/>
                  <a:pt x="2222252" y="133235"/>
                </a:cubicBezTo>
                <a:cubicBezTo>
                  <a:pt x="2222252" y="59651"/>
                  <a:pt x="1724784" y="0"/>
                  <a:pt x="1111126" y="0"/>
                </a:cubicBezTo>
                <a:close/>
              </a:path>
            </a:pathLst>
          </a:custGeom>
          <a:solidFill>
            <a:srgbClr val="07302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9"/>
          <p:cNvPicPr preferRelativeResize="0"/>
          <p:nvPr/>
        </p:nvPicPr>
        <p:blipFill rotWithShape="1">
          <a:blip r:embed="rId3">
            <a:alphaModFix/>
          </a:blip>
          <a:srcRect r="3437"/>
          <a:stretch/>
        </p:blipFill>
        <p:spPr>
          <a:xfrm>
            <a:off x="9963301" y="1382138"/>
            <a:ext cx="8324699" cy="22370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92600" y="3115611"/>
            <a:ext cx="7617423" cy="5789251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9"/>
          <p:cNvSpPr txBox="1"/>
          <p:nvPr/>
        </p:nvSpPr>
        <p:spPr>
          <a:xfrm>
            <a:off x="1028700" y="1589766"/>
            <a:ext cx="8324699" cy="6176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48" b="0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Extended Diff: Line </a:t>
            </a:r>
            <a:r>
              <a:rPr lang="en-US" sz="11148" b="0" i="0" u="none" strike="noStrike" cap="none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Mapping Across </a:t>
            </a:r>
            <a:r>
              <a:rPr lang="en-US" sz="11148" b="0" i="0" u="none" strike="noStrike" cap="none" dirty="0">
                <a:solidFill>
                  <a:srgbClr val="FFFFFF"/>
                </a:solidFill>
                <a:latin typeface="Rajdhani"/>
                <a:ea typeface="Rajdhani"/>
                <a:cs typeface="Rajdhani"/>
                <a:sym typeface="Rajdhani"/>
              </a:rPr>
              <a:t>Two Files</a:t>
            </a:r>
            <a:endParaRPr lang="en-US" dirty="0"/>
          </a:p>
        </p:txBody>
      </p:sp>
      <p:sp>
        <p:nvSpPr>
          <p:cNvPr id="157" name="Google Shape;157;p9"/>
          <p:cNvSpPr txBox="1"/>
          <p:nvPr/>
        </p:nvSpPr>
        <p:spPr>
          <a:xfrm>
            <a:off x="1028700" y="691404"/>
            <a:ext cx="6121772" cy="504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40" b="0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December 10, 2025</a:t>
            </a:r>
            <a:endParaRPr dirty="0"/>
          </a:p>
        </p:txBody>
      </p:sp>
      <p:sp>
        <p:nvSpPr>
          <p:cNvPr id="3" name="Google Shape;154;p9">
            <a:extLst>
              <a:ext uri="{FF2B5EF4-FFF2-40B4-BE49-F238E27FC236}">
                <a16:creationId xmlns:a16="http://schemas.microsoft.com/office/drawing/2014/main" id="{6F013153-936D-1CD7-2993-70D844E6171D}"/>
              </a:ext>
            </a:extLst>
          </p:cNvPr>
          <p:cNvSpPr txBox="1"/>
          <p:nvPr/>
        </p:nvSpPr>
        <p:spPr>
          <a:xfrm>
            <a:off x="1028700" y="8160066"/>
            <a:ext cx="15209274" cy="139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50" b="0" i="0" u="none" strike="noStrike" cap="none" dirty="0">
                <a:solidFill>
                  <a:schemeClr val="accent3">
                    <a:lumMod val="40000"/>
                    <a:lumOff val="60000"/>
                  </a:schemeClr>
                </a:solidFill>
                <a:latin typeface="Rajdhani"/>
                <a:ea typeface="Rajdhani"/>
                <a:cs typeface="Rajdhani"/>
                <a:sym typeface="Rajdhani"/>
              </a:rPr>
              <a:t>Meet The Team</a:t>
            </a:r>
            <a:endParaRPr lang="en-US" sz="1005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524D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4"/>
          <p:cNvSpPr txBox="1"/>
          <p:nvPr/>
        </p:nvSpPr>
        <p:spPr>
          <a:xfrm>
            <a:off x="9829309" y="9198468"/>
            <a:ext cx="3119940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Sumaya Mohamed</a:t>
            </a:r>
            <a:endParaRPr dirty="0"/>
          </a:p>
        </p:txBody>
      </p:sp>
      <p:sp>
        <p:nvSpPr>
          <p:cNvPr id="280" name="Google Shape;280;p14"/>
          <p:cNvSpPr txBox="1"/>
          <p:nvPr/>
        </p:nvSpPr>
        <p:spPr>
          <a:xfrm>
            <a:off x="2758690" y="4748720"/>
            <a:ext cx="3093000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i="0" u="none" strike="noStrike" cap="none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Sara Khoshaba</a:t>
            </a:r>
            <a:endParaRPr dirty="0"/>
          </a:p>
        </p:txBody>
      </p:sp>
      <p:sp>
        <p:nvSpPr>
          <p:cNvPr id="17" name="Google Shape;698;p25">
            <a:extLst>
              <a:ext uri="{FF2B5EF4-FFF2-40B4-BE49-F238E27FC236}">
                <a16:creationId xmlns:a16="http://schemas.microsoft.com/office/drawing/2014/main" id="{DDC428DF-2065-5FA2-5B09-91256A867A49}"/>
              </a:ext>
            </a:extLst>
          </p:cNvPr>
          <p:cNvSpPr/>
          <p:nvPr/>
        </p:nvSpPr>
        <p:spPr>
          <a:xfrm>
            <a:off x="17098243" y="1259983"/>
            <a:ext cx="1189757" cy="1183809"/>
          </a:xfrm>
          <a:custGeom>
            <a:avLst/>
            <a:gdLst/>
            <a:ahLst/>
            <a:cxnLst/>
            <a:rect l="l" t="t" r="r" b="b"/>
            <a:pathLst>
              <a:path w="738476" h="757764" extrusionOk="0">
                <a:moveTo>
                  <a:pt x="0" y="0"/>
                </a:moveTo>
                <a:lnTo>
                  <a:pt x="738475" y="0"/>
                </a:lnTo>
                <a:lnTo>
                  <a:pt x="738475" y="757765"/>
                </a:lnTo>
                <a:lnTo>
                  <a:pt x="0" y="7577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25" name="Google Shape;706;p25">
            <a:extLst>
              <a:ext uri="{FF2B5EF4-FFF2-40B4-BE49-F238E27FC236}">
                <a16:creationId xmlns:a16="http://schemas.microsoft.com/office/drawing/2014/main" id="{E0CDE682-0DA4-5DEA-C259-FEABEE4CD2AE}"/>
              </a:ext>
            </a:extLst>
          </p:cNvPr>
          <p:cNvSpPr/>
          <p:nvPr/>
        </p:nvSpPr>
        <p:spPr>
          <a:xfrm>
            <a:off x="15938796" y="330144"/>
            <a:ext cx="1053507" cy="936291"/>
          </a:xfrm>
          <a:custGeom>
            <a:avLst/>
            <a:gdLst/>
            <a:ahLst/>
            <a:cxnLst/>
            <a:rect l="l" t="t" r="r" b="b"/>
            <a:pathLst>
              <a:path w="672697" h="623774" extrusionOk="0">
                <a:moveTo>
                  <a:pt x="0" y="0"/>
                </a:moveTo>
                <a:lnTo>
                  <a:pt x="672697" y="0"/>
                </a:lnTo>
                <a:lnTo>
                  <a:pt x="672697" y="623774"/>
                </a:lnTo>
                <a:lnTo>
                  <a:pt x="0" y="62377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26" name="Google Shape;707;p25">
            <a:extLst>
              <a:ext uri="{FF2B5EF4-FFF2-40B4-BE49-F238E27FC236}">
                <a16:creationId xmlns:a16="http://schemas.microsoft.com/office/drawing/2014/main" id="{89639B0C-B941-6F55-9D13-2634B5A754EF}"/>
              </a:ext>
            </a:extLst>
          </p:cNvPr>
          <p:cNvSpPr/>
          <p:nvPr/>
        </p:nvSpPr>
        <p:spPr>
          <a:xfrm>
            <a:off x="148166" y="8977074"/>
            <a:ext cx="1054379" cy="1178580"/>
          </a:xfrm>
          <a:custGeom>
            <a:avLst/>
            <a:gdLst/>
            <a:ahLst/>
            <a:cxnLst/>
            <a:rect l="l" t="t" r="r" b="b"/>
            <a:pathLst>
              <a:path w="650330" h="791331" extrusionOk="0">
                <a:moveTo>
                  <a:pt x="0" y="0"/>
                </a:moveTo>
                <a:lnTo>
                  <a:pt x="650330" y="0"/>
                </a:lnTo>
                <a:lnTo>
                  <a:pt x="650330" y="791331"/>
                </a:lnTo>
                <a:lnTo>
                  <a:pt x="0" y="79133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27" name="Google Shape;708;p25">
            <a:extLst>
              <a:ext uri="{FF2B5EF4-FFF2-40B4-BE49-F238E27FC236}">
                <a16:creationId xmlns:a16="http://schemas.microsoft.com/office/drawing/2014/main" id="{C6B59123-5D60-F60A-5EBB-9A1A0403CA7B}"/>
              </a:ext>
            </a:extLst>
          </p:cNvPr>
          <p:cNvSpPr/>
          <p:nvPr/>
        </p:nvSpPr>
        <p:spPr>
          <a:xfrm>
            <a:off x="16174319" y="9294158"/>
            <a:ext cx="618923" cy="791876"/>
          </a:xfrm>
          <a:custGeom>
            <a:avLst/>
            <a:gdLst/>
            <a:ahLst/>
            <a:cxnLst/>
            <a:rect l="l" t="t" r="r" b="b"/>
            <a:pathLst>
              <a:path w="424727" h="535779" extrusionOk="0">
                <a:moveTo>
                  <a:pt x="0" y="0"/>
                </a:moveTo>
                <a:lnTo>
                  <a:pt x="424727" y="0"/>
                </a:lnTo>
                <a:lnTo>
                  <a:pt x="424727" y="535779"/>
                </a:lnTo>
                <a:lnTo>
                  <a:pt x="0" y="53577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28" name="Google Shape;709;p25">
            <a:extLst>
              <a:ext uri="{FF2B5EF4-FFF2-40B4-BE49-F238E27FC236}">
                <a16:creationId xmlns:a16="http://schemas.microsoft.com/office/drawing/2014/main" id="{6C6938DC-01AE-6B9A-0121-31A0143E26F3}"/>
              </a:ext>
            </a:extLst>
          </p:cNvPr>
          <p:cNvSpPr/>
          <p:nvPr/>
        </p:nvSpPr>
        <p:spPr>
          <a:xfrm>
            <a:off x="185008" y="1310340"/>
            <a:ext cx="1053506" cy="1087642"/>
          </a:xfrm>
          <a:custGeom>
            <a:avLst/>
            <a:gdLst/>
            <a:ahLst/>
            <a:cxnLst/>
            <a:rect l="l" t="t" r="r" b="b"/>
            <a:pathLst>
              <a:path w="601520" h="585114" extrusionOk="0">
                <a:moveTo>
                  <a:pt x="0" y="0"/>
                </a:moveTo>
                <a:lnTo>
                  <a:pt x="601520" y="0"/>
                </a:lnTo>
                <a:lnTo>
                  <a:pt x="601520" y="585115"/>
                </a:lnTo>
                <a:lnTo>
                  <a:pt x="0" y="5851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29" name="Google Shape;710;p25">
            <a:extLst>
              <a:ext uri="{FF2B5EF4-FFF2-40B4-BE49-F238E27FC236}">
                <a16:creationId xmlns:a16="http://schemas.microsoft.com/office/drawing/2014/main" id="{292047AD-7A7A-2296-54F7-488D66B40A45}"/>
              </a:ext>
            </a:extLst>
          </p:cNvPr>
          <p:cNvSpPr/>
          <p:nvPr/>
        </p:nvSpPr>
        <p:spPr>
          <a:xfrm>
            <a:off x="1647016" y="9502372"/>
            <a:ext cx="793519" cy="675017"/>
          </a:xfrm>
          <a:custGeom>
            <a:avLst/>
            <a:gdLst/>
            <a:ahLst/>
            <a:cxnLst/>
            <a:rect l="l" t="t" r="r" b="b"/>
            <a:pathLst>
              <a:path w="553026" h="457503" extrusionOk="0">
                <a:moveTo>
                  <a:pt x="0" y="0"/>
                </a:moveTo>
                <a:lnTo>
                  <a:pt x="553026" y="0"/>
                </a:lnTo>
                <a:lnTo>
                  <a:pt x="553026" y="457504"/>
                </a:lnTo>
                <a:lnTo>
                  <a:pt x="0" y="45750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31" name="Google Shape;712;p25">
            <a:extLst>
              <a:ext uri="{FF2B5EF4-FFF2-40B4-BE49-F238E27FC236}">
                <a16:creationId xmlns:a16="http://schemas.microsoft.com/office/drawing/2014/main" id="{0AB91080-9A0E-D948-0A76-E9A2411B1201}"/>
              </a:ext>
            </a:extLst>
          </p:cNvPr>
          <p:cNvSpPr/>
          <p:nvPr/>
        </p:nvSpPr>
        <p:spPr>
          <a:xfrm>
            <a:off x="16999121" y="8852102"/>
            <a:ext cx="1054378" cy="1178579"/>
          </a:xfrm>
          <a:custGeom>
            <a:avLst/>
            <a:gdLst/>
            <a:ahLst/>
            <a:cxnLst/>
            <a:rect l="l" t="t" r="r" b="b"/>
            <a:pathLst>
              <a:path w="565157" h="719529" extrusionOk="0">
                <a:moveTo>
                  <a:pt x="0" y="0"/>
                </a:moveTo>
                <a:lnTo>
                  <a:pt x="565157" y="0"/>
                </a:lnTo>
                <a:lnTo>
                  <a:pt x="565157" y="719529"/>
                </a:lnTo>
                <a:lnTo>
                  <a:pt x="0" y="71952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37" name="Google Shape;718;p25">
            <a:extLst>
              <a:ext uri="{FF2B5EF4-FFF2-40B4-BE49-F238E27FC236}">
                <a16:creationId xmlns:a16="http://schemas.microsoft.com/office/drawing/2014/main" id="{581C3353-10C9-2228-34F4-B875445E71A3}"/>
              </a:ext>
            </a:extLst>
          </p:cNvPr>
          <p:cNvSpPr/>
          <p:nvPr/>
        </p:nvSpPr>
        <p:spPr>
          <a:xfrm>
            <a:off x="148165" y="7966836"/>
            <a:ext cx="980692" cy="675349"/>
          </a:xfrm>
          <a:custGeom>
            <a:avLst/>
            <a:gdLst/>
            <a:ahLst/>
            <a:cxnLst/>
            <a:rect l="l" t="t" r="r" b="b"/>
            <a:pathLst>
              <a:path w="628468" h="399934" extrusionOk="0">
                <a:moveTo>
                  <a:pt x="0" y="0"/>
                </a:moveTo>
                <a:lnTo>
                  <a:pt x="628468" y="0"/>
                </a:lnTo>
                <a:lnTo>
                  <a:pt x="628468" y="399934"/>
                </a:lnTo>
                <a:lnTo>
                  <a:pt x="0" y="39993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38" name="Google Shape;719;p25">
            <a:extLst>
              <a:ext uri="{FF2B5EF4-FFF2-40B4-BE49-F238E27FC236}">
                <a16:creationId xmlns:a16="http://schemas.microsoft.com/office/drawing/2014/main" id="{D9F782A8-0027-4361-4074-DCF26E04D42D}"/>
              </a:ext>
            </a:extLst>
          </p:cNvPr>
          <p:cNvSpPr/>
          <p:nvPr/>
        </p:nvSpPr>
        <p:spPr>
          <a:xfrm>
            <a:off x="1128857" y="201459"/>
            <a:ext cx="980692" cy="936291"/>
          </a:xfrm>
          <a:custGeom>
            <a:avLst/>
            <a:gdLst/>
            <a:ahLst/>
            <a:cxnLst/>
            <a:rect l="l" t="t" r="r" b="b"/>
            <a:pathLst>
              <a:path w="642502" h="659284" extrusionOk="0">
                <a:moveTo>
                  <a:pt x="0" y="0"/>
                </a:moveTo>
                <a:lnTo>
                  <a:pt x="642502" y="0"/>
                </a:lnTo>
                <a:lnTo>
                  <a:pt x="642502" y="659283"/>
                </a:lnTo>
                <a:lnTo>
                  <a:pt x="0" y="6592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40" name="Google Shape;721;p25">
            <a:extLst>
              <a:ext uri="{FF2B5EF4-FFF2-40B4-BE49-F238E27FC236}">
                <a16:creationId xmlns:a16="http://schemas.microsoft.com/office/drawing/2014/main" id="{B8F0ED1C-2C90-74BB-0F73-82C4E6B9DDB1}"/>
              </a:ext>
            </a:extLst>
          </p:cNvPr>
          <p:cNvSpPr/>
          <p:nvPr/>
        </p:nvSpPr>
        <p:spPr>
          <a:xfrm>
            <a:off x="17233473" y="7956244"/>
            <a:ext cx="813208" cy="576231"/>
          </a:xfrm>
          <a:custGeom>
            <a:avLst/>
            <a:gdLst/>
            <a:ahLst/>
            <a:cxnLst/>
            <a:rect l="l" t="t" r="r" b="b"/>
            <a:pathLst>
              <a:path w="602555" h="410833" extrusionOk="0">
                <a:moveTo>
                  <a:pt x="0" y="0"/>
                </a:moveTo>
                <a:lnTo>
                  <a:pt x="602555" y="0"/>
                </a:lnTo>
                <a:lnTo>
                  <a:pt x="602555" y="410833"/>
                </a:lnTo>
                <a:lnTo>
                  <a:pt x="0" y="41083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CA"/>
          </a:p>
        </p:txBody>
      </p:sp>
      <p:sp>
        <p:nvSpPr>
          <p:cNvPr id="41" name="Google Shape;278;p14">
            <a:extLst>
              <a:ext uri="{FF2B5EF4-FFF2-40B4-BE49-F238E27FC236}">
                <a16:creationId xmlns:a16="http://schemas.microsoft.com/office/drawing/2014/main" id="{E2471018-0F08-F21D-3F37-D9E33CBBEAD4}"/>
              </a:ext>
            </a:extLst>
          </p:cNvPr>
          <p:cNvSpPr txBox="1"/>
          <p:nvPr/>
        </p:nvSpPr>
        <p:spPr>
          <a:xfrm>
            <a:off x="6093648" y="9187908"/>
            <a:ext cx="1505100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Katie Yip</a:t>
            </a:r>
            <a:endParaRPr dirty="0"/>
          </a:p>
        </p:txBody>
      </p:sp>
      <p:sp>
        <p:nvSpPr>
          <p:cNvPr id="42" name="Google Shape;278;p14">
            <a:extLst>
              <a:ext uri="{FF2B5EF4-FFF2-40B4-BE49-F238E27FC236}">
                <a16:creationId xmlns:a16="http://schemas.microsoft.com/office/drawing/2014/main" id="{8DAC3300-B961-86BA-521A-62A8F7C39EE1}"/>
              </a:ext>
            </a:extLst>
          </p:cNvPr>
          <p:cNvSpPr txBox="1"/>
          <p:nvPr/>
        </p:nvSpPr>
        <p:spPr>
          <a:xfrm>
            <a:off x="12382992" y="4660653"/>
            <a:ext cx="2438537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Naz Serrano</a:t>
            </a:r>
            <a:endParaRPr dirty="0"/>
          </a:p>
        </p:txBody>
      </p:sp>
      <p:sp>
        <p:nvSpPr>
          <p:cNvPr id="43" name="Google Shape;278;p14">
            <a:extLst>
              <a:ext uri="{FF2B5EF4-FFF2-40B4-BE49-F238E27FC236}">
                <a16:creationId xmlns:a16="http://schemas.microsoft.com/office/drawing/2014/main" id="{9B716C43-4DC9-E739-B815-73E4DC0AB812}"/>
              </a:ext>
            </a:extLst>
          </p:cNvPr>
          <p:cNvSpPr txBox="1"/>
          <p:nvPr/>
        </p:nvSpPr>
        <p:spPr>
          <a:xfrm>
            <a:off x="7811925" y="4693669"/>
            <a:ext cx="2610834" cy="651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30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dirty="0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Lindsay Torres</a:t>
            </a:r>
            <a:endParaRPr dirty="0"/>
          </a:p>
        </p:txBody>
      </p:sp>
      <p:cxnSp>
        <p:nvCxnSpPr>
          <p:cNvPr id="44" name="Google Shape;524;p21">
            <a:extLst>
              <a:ext uri="{FF2B5EF4-FFF2-40B4-BE49-F238E27FC236}">
                <a16:creationId xmlns:a16="http://schemas.microsoft.com/office/drawing/2014/main" id="{CDFB82B5-FBC1-88C1-8E2C-97EDFE5B96D2}"/>
              </a:ext>
            </a:extLst>
          </p:cNvPr>
          <p:cNvCxnSpPr>
            <a:cxnSpLocks/>
          </p:cNvCxnSpPr>
          <p:nvPr/>
        </p:nvCxnSpPr>
        <p:spPr>
          <a:xfrm flipV="1">
            <a:off x="395060" y="2712295"/>
            <a:ext cx="0" cy="4821258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9" name="Google Shape;524;p21">
            <a:extLst>
              <a:ext uri="{FF2B5EF4-FFF2-40B4-BE49-F238E27FC236}">
                <a16:creationId xmlns:a16="http://schemas.microsoft.com/office/drawing/2014/main" id="{75E0BAAA-67AE-883B-D3DE-F06EDC50CDBD}"/>
              </a:ext>
            </a:extLst>
          </p:cNvPr>
          <p:cNvCxnSpPr>
            <a:cxnSpLocks/>
          </p:cNvCxnSpPr>
          <p:nvPr/>
        </p:nvCxnSpPr>
        <p:spPr>
          <a:xfrm flipV="1">
            <a:off x="17876392" y="2766955"/>
            <a:ext cx="0" cy="4821258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0" name="Google Shape;524;p21">
            <a:extLst>
              <a:ext uri="{FF2B5EF4-FFF2-40B4-BE49-F238E27FC236}">
                <a16:creationId xmlns:a16="http://schemas.microsoft.com/office/drawing/2014/main" id="{6B13A09F-694F-4E23-955D-885B5B14E0FA}"/>
              </a:ext>
            </a:extLst>
          </p:cNvPr>
          <p:cNvCxnSpPr>
            <a:cxnSpLocks/>
          </p:cNvCxnSpPr>
          <p:nvPr/>
        </p:nvCxnSpPr>
        <p:spPr>
          <a:xfrm flipV="1">
            <a:off x="2942140" y="9990122"/>
            <a:ext cx="12844575" cy="40559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2" name="Google Shape;524;p21">
            <a:extLst>
              <a:ext uri="{FF2B5EF4-FFF2-40B4-BE49-F238E27FC236}">
                <a16:creationId xmlns:a16="http://schemas.microsoft.com/office/drawing/2014/main" id="{4DE3C40F-4AC3-D5A1-69CA-31D700CDDFAF}"/>
              </a:ext>
            </a:extLst>
          </p:cNvPr>
          <p:cNvCxnSpPr>
            <a:cxnSpLocks/>
          </p:cNvCxnSpPr>
          <p:nvPr/>
        </p:nvCxnSpPr>
        <p:spPr>
          <a:xfrm flipV="1">
            <a:off x="2601885" y="320392"/>
            <a:ext cx="12844575" cy="40559"/>
          </a:xfrm>
          <a:prstGeom prst="straightConnector1">
            <a:avLst/>
          </a:prstGeom>
          <a:noFill/>
          <a:ln w="38100" cap="flat" cmpd="sng">
            <a:solidFill>
              <a:srgbClr val="CCFFA4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Picture 53" descr="A person taking a selfie&#10;&#10;AI-generated content may be incorrect.">
            <a:extLst>
              <a:ext uri="{FF2B5EF4-FFF2-40B4-BE49-F238E27FC236}">
                <a16:creationId xmlns:a16="http://schemas.microsoft.com/office/drawing/2014/main" id="{027F10F8-F469-CD35-4AAF-203ABE44BEE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47894" y="1137750"/>
            <a:ext cx="2840968" cy="3550871"/>
          </a:xfrm>
          <a:prstGeom prst="rect">
            <a:avLst/>
          </a:prstGeom>
        </p:spPr>
      </p:pic>
      <p:pic>
        <p:nvPicPr>
          <p:cNvPr id="58" name="Picture 57" descr="A person with long hair wearing a black jacket&#10;&#10;AI-generated content may be incorrect.">
            <a:extLst>
              <a:ext uri="{FF2B5EF4-FFF2-40B4-BE49-F238E27FC236}">
                <a16:creationId xmlns:a16="http://schemas.microsoft.com/office/drawing/2014/main" id="{1BB7430C-3B78-B104-5535-319F1FEB3C6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10735" y="1191375"/>
            <a:ext cx="2840955" cy="3552298"/>
          </a:xfrm>
          <a:prstGeom prst="rect">
            <a:avLst/>
          </a:prstGeom>
        </p:spPr>
      </p:pic>
      <p:pic>
        <p:nvPicPr>
          <p:cNvPr id="3" name="Picture 2" descr="A person wearing glasses&#10;&#10;AI-generated content may be incorrect.">
            <a:extLst>
              <a:ext uri="{FF2B5EF4-FFF2-40B4-BE49-F238E27FC236}">
                <a16:creationId xmlns:a16="http://schemas.microsoft.com/office/drawing/2014/main" id="{77BB561E-B95B-EF18-FFF8-08FDA702AD4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181779" y="1133945"/>
            <a:ext cx="2840965" cy="3551206"/>
          </a:xfrm>
          <a:prstGeom prst="rect">
            <a:avLst/>
          </a:prstGeom>
        </p:spPr>
      </p:pic>
      <p:pic>
        <p:nvPicPr>
          <p:cNvPr id="7" name="Picture 6" descr="A person wearing a brown head scarf&#10;&#10;AI-generated content may be incorrect.">
            <a:extLst>
              <a:ext uri="{FF2B5EF4-FFF2-40B4-BE49-F238E27FC236}">
                <a16:creationId xmlns:a16="http://schemas.microsoft.com/office/drawing/2014/main" id="{83D3848A-F1CB-69DC-2E3F-29A28FECA20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05570" y="5598380"/>
            <a:ext cx="2840955" cy="3552408"/>
          </a:xfrm>
          <a:prstGeom prst="rect">
            <a:avLst/>
          </a:prstGeom>
        </p:spPr>
      </p:pic>
      <p:pic>
        <p:nvPicPr>
          <p:cNvPr id="6" name="Picture 5" descr="A person smiling with her hand up&#10;&#10;AI-generated content may be incorrect.">
            <a:extLst>
              <a:ext uri="{FF2B5EF4-FFF2-40B4-BE49-F238E27FC236}">
                <a16:creationId xmlns:a16="http://schemas.microsoft.com/office/drawing/2014/main" id="{50411F8F-FB1E-47B8-4583-4BC6AA76DF6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69800" y="5596841"/>
            <a:ext cx="2843805" cy="35524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25</Words>
  <Application>Microsoft Office PowerPoint</Application>
  <PresentationFormat>Custom</PresentationFormat>
  <Paragraphs>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Lato</vt:lpstr>
      <vt:lpstr>Arial</vt:lpstr>
      <vt:lpstr>Rajdhani</vt:lpstr>
      <vt:lpstr>Calibri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Sara Khoshaba</dc:creator>
  <cp:lastModifiedBy>Sara Khoshaba</cp:lastModifiedBy>
  <cp:revision>1</cp:revision>
  <dcterms:modified xsi:type="dcterms:W3CDTF">2025-12-11T04:24:18Z</dcterms:modified>
</cp:coreProperties>
</file>