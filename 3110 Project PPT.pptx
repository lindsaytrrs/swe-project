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4"/>
  </p:notesMasterIdLst>
  <p:sldIdLst>
    <p:sldId id="256" r:id="rId2"/>
    <p:sldId id="261" r:id="rId3"/>
  </p:sldIdLst>
  <p:sldSz cx="18288000" cy="10287000"/>
  <p:notesSz cx="6858000" cy="9144000"/>
  <p:embeddedFontLst>
    <p:embeddedFont>
      <p:font typeface="Lato" panose="020F0502020204030203" pitchFamily="34" charset="0"/>
      <p:regular r:id="rId5"/>
      <p:bold r:id="rId6"/>
      <p:italic r:id="rId7"/>
      <p:boldItalic r:id="rId8"/>
    </p:embeddedFont>
    <p:embeddedFont>
      <p:font typeface="Rajdhani" panose="020B0604020202020204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26DE01-F523-4318-A409-E3855CED85CC}">
  <a:tblStyle styleId="{1C26DE01-F523-4318-A409-E3855CED85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5" d="100"/>
          <a:sy n="35" d="100"/>
        </p:scale>
        <p:origin x="1810" y="60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5" Type="http://schemas.microsoft.com/office/2016/11/relationships/changesInfo" Target="changesInfos/changesInfo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Khoshaba" userId="2d13dabe401d16a1" providerId="LiveId" clId="{1ED43A84-BF28-4A83-B703-2DC8CD5A73EA}"/>
    <pc:docChg chg="modSld">
      <pc:chgData name="Sara Khoshaba" userId="2d13dabe401d16a1" providerId="LiveId" clId="{1ED43A84-BF28-4A83-B703-2DC8CD5A73EA}" dt="2025-12-10T18:34:17.864" v="1" actId="20577"/>
      <pc:docMkLst>
        <pc:docMk/>
      </pc:docMkLst>
      <pc:sldChg chg="modSp mod">
        <pc:chgData name="Sara Khoshaba" userId="2d13dabe401d16a1" providerId="LiveId" clId="{1ED43A84-BF28-4A83-B703-2DC8CD5A73EA}" dt="2025-12-10T18:34:17.864" v="1" actId="20577"/>
        <pc:sldMkLst>
          <pc:docMk/>
          <pc:sldMk cId="0" sldId="256"/>
        </pc:sldMkLst>
        <pc:spChg chg="mod">
          <ac:chgData name="Sara Khoshaba" userId="2d13dabe401d16a1" providerId="LiveId" clId="{1ED43A84-BF28-4A83-B703-2DC8CD5A73EA}" dt="2025-12-10T18:34:17.864" v="1" actId="20577"/>
          <ac:spMkLst>
            <pc:docMk/>
            <pc:sldMk cId="0" sldId="256"/>
            <ac:spMk id="15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bg>
      <p:bgPr>
        <a:solidFill>
          <a:srgbClr val="08524D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1028700" y="28721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title" idx="2"/>
          </p:nvPr>
        </p:nvSpPr>
        <p:spPr>
          <a:xfrm>
            <a:off x="1028700" y="6136025"/>
            <a:ext cx="9579600" cy="30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0"/>
              <a:buFont typeface="Rajdhani"/>
              <a:buNone/>
              <a:defRPr sz="10500" i="0" u="none" strike="noStrike" cap="none">
                <a:solidFill>
                  <a:schemeClr val="lt1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3"/>
          <p:cNvSpPr/>
          <p:nvPr/>
        </p:nvSpPr>
        <p:spPr>
          <a:xfrm>
            <a:off x="9411612" y="8303699"/>
            <a:ext cx="8439002" cy="1011916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r="3437"/>
          <a:stretch/>
        </p:blipFill>
        <p:spPr>
          <a:xfrm>
            <a:off x="8261800" y="1071825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2600" y="3115611"/>
            <a:ext cx="7617423" cy="57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028700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3"/>
          </p:nvPr>
        </p:nvSpPr>
        <p:spPr>
          <a:xfrm>
            <a:off x="12880325" y="691400"/>
            <a:ext cx="4529700" cy="48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257100" y="413500"/>
            <a:ext cx="8615100" cy="319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50"/>
              <a:buNone/>
              <a:defRPr sz="108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/>
        </p:nvSpPr>
        <p:spPr>
          <a:xfrm>
            <a:off x="10761342" y="126361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10761342" y="394713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12678650" y="4394725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2"/>
          </p:nvPr>
        </p:nvSpPr>
        <p:spPr>
          <a:xfrm>
            <a:off x="12678650" y="1653550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3"/>
          </p:nvPr>
        </p:nvSpPr>
        <p:spPr>
          <a:xfrm>
            <a:off x="12678650" y="7342653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bg>
      <p:bgPr>
        <a:solidFill>
          <a:srgbClr val="43D29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1" name="Google Shape;31;p5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5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5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5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5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6" name="Google Shape;3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5"/>
          <p:cNvGrpSpPr/>
          <p:nvPr/>
        </p:nvGrpSpPr>
        <p:grpSpPr>
          <a:xfrm>
            <a:off x="0" y="6993082"/>
            <a:ext cx="18288118" cy="3294190"/>
            <a:chOff x="0" y="-85725"/>
            <a:chExt cx="4816592" cy="867600"/>
          </a:xfrm>
        </p:grpSpPr>
        <p:sp>
          <p:nvSpPr>
            <p:cNvPr id="38" name="Google Shape;38;p5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9" name="Google Shape;39;p5"/>
            <p:cNvSpPr txBox="1"/>
            <p:nvPr/>
          </p:nvSpPr>
          <p:spPr>
            <a:xfrm>
              <a:off x="0" y="-85725"/>
              <a:ext cx="4816500" cy="86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5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3652333" y="7332355"/>
            <a:ext cx="140499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950"/>
              <a:buNone/>
              <a:defRPr sz="17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>
            <a:off x="652192" y="3059276"/>
            <a:ext cx="5588163" cy="5653649"/>
            <a:chOff x="0" y="-9525"/>
            <a:chExt cx="812800" cy="822325"/>
          </a:xfrm>
        </p:grpSpPr>
        <p:sp>
          <p:nvSpPr>
            <p:cNvPr id="45" name="Google Shape;45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6"/>
          <p:cNvGrpSpPr/>
          <p:nvPr/>
        </p:nvGrpSpPr>
        <p:grpSpPr>
          <a:xfrm>
            <a:off x="745653" y="2857348"/>
            <a:ext cx="5588163" cy="5653649"/>
            <a:chOff x="0" y="-9525"/>
            <a:chExt cx="812800" cy="822325"/>
          </a:xfrm>
        </p:grpSpPr>
        <p:sp>
          <p:nvSpPr>
            <p:cNvPr id="48" name="Google Shape;48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6"/>
          <p:cNvGrpSpPr/>
          <p:nvPr/>
        </p:nvGrpSpPr>
        <p:grpSpPr>
          <a:xfrm>
            <a:off x="11943240" y="3059276"/>
            <a:ext cx="5588163" cy="5653649"/>
            <a:chOff x="0" y="-9525"/>
            <a:chExt cx="812800" cy="822325"/>
          </a:xfrm>
        </p:grpSpPr>
        <p:sp>
          <p:nvSpPr>
            <p:cNvPr id="51" name="Google Shape;51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6"/>
          <p:cNvGrpSpPr/>
          <p:nvPr/>
        </p:nvGrpSpPr>
        <p:grpSpPr>
          <a:xfrm>
            <a:off x="12047642" y="2857348"/>
            <a:ext cx="5588163" cy="5653649"/>
            <a:chOff x="0" y="-9525"/>
            <a:chExt cx="812800" cy="822325"/>
          </a:xfrm>
        </p:grpSpPr>
        <p:sp>
          <p:nvSpPr>
            <p:cNvPr id="54" name="Google Shape;54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" name="Google Shape;5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6434" y="3770996"/>
            <a:ext cx="1253275" cy="11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188" y="3429000"/>
            <a:ext cx="1140575" cy="13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3506" y="2857354"/>
            <a:ext cx="7911506" cy="64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1981525" y="519382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sz="2550" b="1">
                <a:solidFill>
                  <a:schemeClr val="dk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1873825" y="614630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6pPr>
            <a:lvl7pPr marL="3200400" lvl="6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7pPr>
            <a:lvl8pPr marL="3657600" lvl="7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8pPr>
            <a:lvl9pPr marL="4114800" lvl="8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ubTitle" idx="3"/>
          </p:nvPr>
        </p:nvSpPr>
        <p:spPr>
          <a:xfrm>
            <a:off x="13376975" y="519382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sz="2550" b="1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4"/>
          </p:nvPr>
        </p:nvSpPr>
        <p:spPr>
          <a:xfrm>
            <a:off x="13269275" y="614630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7"/>
          <p:cNvGrpSpPr/>
          <p:nvPr/>
        </p:nvGrpSpPr>
        <p:grpSpPr>
          <a:xfrm>
            <a:off x="2166573" y="2944098"/>
            <a:ext cx="2412329" cy="3043076"/>
            <a:chOff x="0" y="0"/>
            <a:chExt cx="3216439" cy="4057435"/>
          </a:xfrm>
        </p:grpSpPr>
        <p:sp>
          <p:nvSpPr>
            <p:cNvPr id="66" name="Google Shape;6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67" name="Google Shape;6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68" name="Google Shape;6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" name="Google Shape;70;p7"/>
          <p:cNvGrpSpPr/>
          <p:nvPr/>
        </p:nvGrpSpPr>
        <p:grpSpPr>
          <a:xfrm>
            <a:off x="6014081" y="2944098"/>
            <a:ext cx="2412329" cy="3043076"/>
            <a:chOff x="0" y="0"/>
            <a:chExt cx="3216439" cy="4057435"/>
          </a:xfrm>
        </p:grpSpPr>
        <p:sp>
          <p:nvSpPr>
            <p:cNvPr id="71" name="Google Shape;7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2" name="Google Shape;7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3" name="Google Shape;7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" name="Google Shape;75;p7"/>
          <p:cNvGrpSpPr/>
          <p:nvPr/>
        </p:nvGrpSpPr>
        <p:grpSpPr>
          <a:xfrm>
            <a:off x="9861589" y="2944098"/>
            <a:ext cx="2412329" cy="3043076"/>
            <a:chOff x="0" y="0"/>
            <a:chExt cx="3216439" cy="4057435"/>
          </a:xfrm>
        </p:grpSpPr>
        <p:sp>
          <p:nvSpPr>
            <p:cNvPr id="76" name="Google Shape;7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7" name="Google Shape;7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8" name="Google Shape;7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" name="Google Shape;80;p7"/>
          <p:cNvGrpSpPr/>
          <p:nvPr/>
        </p:nvGrpSpPr>
        <p:grpSpPr>
          <a:xfrm>
            <a:off x="13709097" y="2944098"/>
            <a:ext cx="2412329" cy="3043076"/>
            <a:chOff x="0" y="0"/>
            <a:chExt cx="3216439" cy="4057435"/>
          </a:xfrm>
        </p:grpSpPr>
        <p:sp>
          <p:nvSpPr>
            <p:cNvPr id="81" name="Google Shape;8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82" name="Google Shape;8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83" name="Google Shape;8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" name="Google Shape;85;p7"/>
          <p:cNvCxnSpPr/>
          <p:nvPr/>
        </p:nvCxnSpPr>
        <p:spPr>
          <a:xfrm>
            <a:off x="0" y="646513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F5F6F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6" name="Google Shape;86;p7"/>
          <p:cNvGrpSpPr/>
          <p:nvPr/>
        </p:nvGrpSpPr>
        <p:grpSpPr>
          <a:xfrm>
            <a:off x="7017575" y="6278589"/>
            <a:ext cx="405343" cy="410093"/>
            <a:chOff x="0" y="-9525"/>
            <a:chExt cx="812800" cy="822325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7"/>
          <p:cNvGrpSpPr/>
          <p:nvPr/>
        </p:nvGrpSpPr>
        <p:grpSpPr>
          <a:xfrm>
            <a:off x="14705308" y="6278589"/>
            <a:ext cx="405343" cy="410093"/>
            <a:chOff x="0" y="-9525"/>
            <a:chExt cx="812800" cy="822325"/>
          </a:xfrm>
        </p:grpSpPr>
        <p:sp>
          <p:nvSpPr>
            <p:cNvPr id="90" name="Google Shape;90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10861442" y="6259588"/>
            <a:ext cx="405343" cy="429094"/>
            <a:chOff x="0" y="-47625"/>
            <a:chExt cx="812800" cy="860425"/>
          </a:xfrm>
        </p:grpSpPr>
        <p:sp>
          <p:nvSpPr>
            <p:cNvPr id="93" name="Google Shape;93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7"/>
          <p:cNvGrpSpPr/>
          <p:nvPr/>
        </p:nvGrpSpPr>
        <p:grpSpPr>
          <a:xfrm>
            <a:off x="3170068" y="6259588"/>
            <a:ext cx="405343" cy="429094"/>
            <a:chOff x="0" y="-47625"/>
            <a:chExt cx="812800" cy="860425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4125" y="3505584"/>
            <a:ext cx="1404250" cy="151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207" y="3519677"/>
            <a:ext cx="1404250" cy="143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65625" y="3577545"/>
            <a:ext cx="1404250" cy="136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26200" y="3515075"/>
            <a:ext cx="1496049" cy="15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>
            <a:spLocks noGrp="1"/>
          </p:cNvSpPr>
          <p:nvPr>
            <p:ph type="subTitle" idx="1"/>
          </p:nvPr>
        </p:nvSpPr>
        <p:spPr>
          <a:xfrm>
            <a:off x="189150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178380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subTitle" idx="3"/>
          </p:nvPr>
        </p:nvSpPr>
        <p:spPr>
          <a:xfrm>
            <a:off x="5755488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4"/>
          </p:nvPr>
        </p:nvSpPr>
        <p:spPr>
          <a:xfrm>
            <a:off x="5647788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ubTitle" idx="5"/>
          </p:nvPr>
        </p:nvSpPr>
        <p:spPr>
          <a:xfrm>
            <a:off x="959935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6"/>
          </p:nvPr>
        </p:nvSpPr>
        <p:spPr>
          <a:xfrm>
            <a:off x="949165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subTitle" idx="7"/>
          </p:nvPr>
        </p:nvSpPr>
        <p:spPr>
          <a:xfrm>
            <a:off x="13409475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8"/>
          </p:nvPr>
        </p:nvSpPr>
        <p:spPr>
          <a:xfrm>
            <a:off x="13301775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1028700" y="336428"/>
            <a:ext cx="172668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8"/>
          <p:cNvGrpSpPr/>
          <p:nvPr/>
        </p:nvGrpSpPr>
        <p:grpSpPr>
          <a:xfrm rot="2700000">
            <a:off x="5894142" y="2591171"/>
            <a:ext cx="6719013" cy="6797752"/>
            <a:chOff x="0" y="-9525"/>
            <a:chExt cx="812800" cy="822325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8"/>
          <p:cNvGrpSpPr/>
          <p:nvPr/>
        </p:nvGrpSpPr>
        <p:grpSpPr>
          <a:xfrm rot="2700000">
            <a:off x="7512925" y="4256078"/>
            <a:ext cx="3454396" cy="3494877"/>
            <a:chOff x="0" y="-9525"/>
            <a:chExt cx="812800" cy="822325"/>
          </a:xfrm>
        </p:grpSpPr>
        <p:sp>
          <p:nvSpPr>
            <p:cNvPr id="116" name="Google Shape;116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8"/>
          <p:cNvGrpSpPr/>
          <p:nvPr/>
        </p:nvGrpSpPr>
        <p:grpSpPr>
          <a:xfrm rot="2700000">
            <a:off x="10449623" y="2705149"/>
            <a:ext cx="2076752" cy="2101089"/>
            <a:chOff x="0" y="-9525"/>
            <a:chExt cx="812800" cy="822325"/>
          </a:xfrm>
        </p:grpSpPr>
        <p:sp>
          <p:nvSpPr>
            <p:cNvPr id="119" name="Google Shape;119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 rot="2700000">
            <a:off x="5945052" y="7209720"/>
            <a:ext cx="2076752" cy="2101089"/>
            <a:chOff x="0" y="-9525"/>
            <a:chExt cx="812800" cy="822325"/>
          </a:xfrm>
        </p:grpSpPr>
        <p:sp>
          <p:nvSpPr>
            <p:cNvPr id="122" name="Google Shape;122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8"/>
          <p:cNvGrpSpPr/>
          <p:nvPr/>
        </p:nvGrpSpPr>
        <p:grpSpPr>
          <a:xfrm rot="2700000">
            <a:off x="10412666" y="7178165"/>
            <a:ext cx="2076752" cy="2101089"/>
            <a:chOff x="0" y="-9525"/>
            <a:chExt cx="812800" cy="822325"/>
          </a:xfrm>
        </p:grpSpPr>
        <p:sp>
          <p:nvSpPr>
            <p:cNvPr id="125" name="Google Shape;125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8"/>
          <p:cNvGrpSpPr/>
          <p:nvPr/>
        </p:nvGrpSpPr>
        <p:grpSpPr>
          <a:xfrm rot="2700000">
            <a:off x="5820521" y="2583214"/>
            <a:ext cx="2076752" cy="2101089"/>
            <a:chOff x="0" y="-9525"/>
            <a:chExt cx="812800" cy="822325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8"/>
          <p:cNvSpPr/>
          <p:nvPr/>
        </p:nvSpPr>
        <p:spPr>
          <a:xfrm>
            <a:off x="10948748" y="3133865"/>
            <a:ext cx="1064777" cy="1155083"/>
          </a:xfrm>
          <a:custGeom>
            <a:avLst/>
            <a:gdLst/>
            <a:ahLst/>
            <a:cxnLst/>
            <a:rect l="l" t="t" r="r" b="b"/>
            <a:pathLst>
              <a:path w="1064777" h="1155083" extrusionOk="0">
                <a:moveTo>
                  <a:pt x="0" y="0"/>
                </a:moveTo>
                <a:lnTo>
                  <a:pt x="1064777" y="0"/>
                </a:lnTo>
                <a:lnTo>
                  <a:pt x="1064777" y="1155084"/>
                </a:lnTo>
                <a:lnTo>
                  <a:pt x="0" y="1155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8"/>
          <p:cNvSpPr/>
          <p:nvPr/>
        </p:nvSpPr>
        <p:spPr>
          <a:xfrm>
            <a:off x="6357468" y="3107111"/>
            <a:ext cx="1014804" cy="1041311"/>
          </a:xfrm>
          <a:custGeom>
            <a:avLst/>
            <a:gdLst/>
            <a:ahLst/>
            <a:cxnLst/>
            <a:rect l="l" t="t" r="r" b="b"/>
            <a:pathLst>
              <a:path w="1014804" h="1041311" extrusionOk="0">
                <a:moveTo>
                  <a:pt x="0" y="0"/>
                </a:moveTo>
                <a:lnTo>
                  <a:pt x="1014804" y="0"/>
                </a:lnTo>
                <a:lnTo>
                  <a:pt x="1014804" y="1041310"/>
                </a:lnTo>
                <a:lnTo>
                  <a:pt x="0" y="1041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8"/>
          <p:cNvSpPr/>
          <p:nvPr/>
        </p:nvSpPr>
        <p:spPr>
          <a:xfrm>
            <a:off x="10918284" y="7688926"/>
            <a:ext cx="1048308" cy="1061822"/>
          </a:xfrm>
          <a:custGeom>
            <a:avLst/>
            <a:gdLst/>
            <a:ahLst/>
            <a:cxnLst/>
            <a:rect l="l" t="t" r="r" b="b"/>
            <a:pathLst>
              <a:path w="1048308" h="1061822" extrusionOk="0">
                <a:moveTo>
                  <a:pt x="0" y="0"/>
                </a:moveTo>
                <a:lnTo>
                  <a:pt x="1048307" y="0"/>
                </a:lnTo>
                <a:lnTo>
                  <a:pt x="1048307" y="1061822"/>
                </a:lnTo>
                <a:lnTo>
                  <a:pt x="0" y="1061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3" name="Google Shape;133;p8"/>
          <p:cNvSpPr/>
          <p:nvPr/>
        </p:nvSpPr>
        <p:spPr>
          <a:xfrm>
            <a:off x="8318758" y="4965104"/>
            <a:ext cx="1900948" cy="1835279"/>
          </a:xfrm>
          <a:custGeom>
            <a:avLst/>
            <a:gdLst/>
            <a:ahLst/>
            <a:cxnLst/>
            <a:rect l="l" t="t" r="r" b="b"/>
            <a:pathLst>
              <a:path w="1900948" h="1835279" extrusionOk="0">
                <a:moveTo>
                  <a:pt x="0" y="0"/>
                </a:moveTo>
                <a:lnTo>
                  <a:pt x="1900948" y="0"/>
                </a:lnTo>
                <a:lnTo>
                  <a:pt x="1900948" y="1835279"/>
                </a:lnTo>
                <a:lnTo>
                  <a:pt x="0" y="1835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8"/>
          <p:cNvSpPr/>
          <p:nvPr/>
        </p:nvSpPr>
        <p:spPr>
          <a:xfrm>
            <a:off x="6459715" y="7625567"/>
            <a:ext cx="1030217" cy="1293652"/>
          </a:xfrm>
          <a:custGeom>
            <a:avLst/>
            <a:gdLst/>
            <a:ahLst/>
            <a:cxnLst/>
            <a:rect l="l" t="t" r="r" b="b"/>
            <a:pathLst>
              <a:path w="1030217" h="1293652" extrusionOk="0">
                <a:moveTo>
                  <a:pt x="0" y="0"/>
                </a:moveTo>
                <a:lnTo>
                  <a:pt x="1030217" y="0"/>
                </a:lnTo>
                <a:lnTo>
                  <a:pt x="1030217" y="1293652"/>
                </a:lnTo>
                <a:lnTo>
                  <a:pt x="0" y="1293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8"/>
          <p:cNvCxnSpPr/>
          <p:nvPr/>
        </p:nvCxnSpPr>
        <p:spPr>
          <a:xfrm>
            <a:off x="2179356" y="3402249"/>
            <a:ext cx="36765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8"/>
          <p:cNvCxnSpPr/>
          <p:nvPr/>
        </p:nvCxnSpPr>
        <p:spPr>
          <a:xfrm>
            <a:off x="2179356" y="7707976"/>
            <a:ext cx="39588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" name="Google Shape;137;p8"/>
          <p:cNvCxnSpPr/>
          <p:nvPr/>
        </p:nvCxnSpPr>
        <p:spPr>
          <a:xfrm>
            <a:off x="12443842" y="3402249"/>
            <a:ext cx="37302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" name="Google Shape;138;p8"/>
          <p:cNvCxnSpPr/>
          <p:nvPr/>
        </p:nvCxnSpPr>
        <p:spPr>
          <a:xfrm>
            <a:off x="12443842" y="7707976"/>
            <a:ext cx="39588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8"/>
          <p:cNvSpPr txBox="1">
            <a:spLocks noGrp="1"/>
          </p:cNvSpPr>
          <p:nvPr>
            <p:ph type="subTitle" idx="1"/>
          </p:nvPr>
        </p:nvSpPr>
        <p:spPr>
          <a:xfrm>
            <a:off x="140575" y="269796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2"/>
          </p:nvPr>
        </p:nvSpPr>
        <p:spPr>
          <a:xfrm>
            <a:off x="952275" y="360473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3"/>
          </p:nvPr>
        </p:nvSpPr>
        <p:spPr>
          <a:xfrm>
            <a:off x="140575" y="7057217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body" idx="4"/>
          </p:nvPr>
        </p:nvSpPr>
        <p:spPr>
          <a:xfrm>
            <a:off x="952275" y="7963983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subTitle" idx="5"/>
          </p:nvPr>
        </p:nvSpPr>
        <p:spPr>
          <a:xfrm>
            <a:off x="13233425" y="269796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l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6"/>
          </p:nvPr>
        </p:nvSpPr>
        <p:spPr>
          <a:xfrm>
            <a:off x="13270400" y="360473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8"/>
          <p:cNvSpPr txBox="1">
            <a:spLocks noGrp="1"/>
          </p:cNvSpPr>
          <p:nvPr>
            <p:ph type="subTitle" idx="7"/>
          </p:nvPr>
        </p:nvSpPr>
        <p:spPr>
          <a:xfrm>
            <a:off x="13233425" y="705721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l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body" idx="8"/>
          </p:nvPr>
        </p:nvSpPr>
        <p:spPr>
          <a:xfrm>
            <a:off x="13270400" y="796398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0600" y="274650"/>
            <a:ext cx="172668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2504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ctr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ctr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»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jpg"/><Relationship Id="rId3" Type="http://schemas.openxmlformats.org/officeDocument/2006/relationships/image" Target="../media/image16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9411612" y="8303699"/>
            <a:ext cx="8437612" cy="1011751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r="3437"/>
          <a:stretch/>
        </p:blipFill>
        <p:spPr>
          <a:xfrm>
            <a:off x="9963301" y="1382138"/>
            <a:ext cx="8324699" cy="2237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92600" y="3115611"/>
            <a:ext cx="7617423" cy="57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1028700" y="1589766"/>
            <a:ext cx="8324699" cy="617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48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Extended Diff: Line </a:t>
            </a:r>
            <a:r>
              <a:rPr lang="en-US" sz="11148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Mapping Across </a:t>
            </a:r>
            <a:r>
              <a:rPr lang="en-US" sz="11148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Two Files</a:t>
            </a:r>
            <a:endParaRPr lang="en-US" dirty="0"/>
          </a:p>
        </p:txBody>
      </p:sp>
      <p:sp>
        <p:nvSpPr>
          <p:cNvPr id="157" name="Google Shape;157;p9"/>
          <p:cNvSpPr txBox="1"/>
          <p:nvPr/>
        </p:nvSpPr>
        <p:spPr>
          <a:xfrm>
            <a:off x="1028700" y="691404"/>
            <a:ext cx="6121772" cy="50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4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December 10, 2025</a:t>
            </a:r>
            <a:endParaRPr dirty="0"/>
          </a:p>
        </p:txBody>
      </p:sp>
      <p:sp>
        <p:nvSpPr>
          <p:cNvPr id="3" name="Google Shape;154;p9">
            <a:extLst>
              <a:ext uri="{FF2B5EF4-FFF2-40B4-BE49-F238E27FC236}">
                <a16:creationId xmlns:a16="http://schemas.microsoft.com/office/drawing/2014/main" id="{6F013153-936D-1CD7-2993-70D844E6171D}"/>
              </a:ext>
            </a:extLst>
          </p:cNvPr>
          <p:cNvSpPr txBox="1"/>
          <p:nvPr/>
        </p:nvSpPr>
        <p:spPr>
          <a:xfrm>
            <a:off x="1028700" y="8160066"/>
            <a:ext cx="15209274" cy="139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50" b="0" i="0" u="none" strike="noStrike" cap="none" dirty="0">
                <a:solidFill>
                  <a:schemeClr val="accent3">
                    <a:lumMod val="40000"/>
                    <a:lumOff val="60000"/>
                  </a:schemeClr>
                </a:solidFill>
                <a:latin typeface="Rajdhani"/>
                <a:ea typeface="Rajdhani"/>
                <a:cs typeface="Rajdhani"/>
                <a:sym typeface="Rajdhani"/>
              </a:rPr>
              <a:t>Meet The Team</a:t>
            </a:r>
            <a:endParaRPr lang="en-US" sz="1005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 txBox="1"/>
          <p:nvPr/>
        </p:nvSpPr>
        <p:spPr>
          <a:xfrm>
            <a:off x="10657893" y="8630144"/>
            <a:ext cx="311994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Sumaya Mohamed</a:t>
            </a:r>
            <a:endParaRPr dirty="0"/>
          </a:p>
        </p:txBody>
      </p:sp>
      <p:sp>
        <p:nvSpPr>
          <p:cNvPr id="280" name="Google Shape;280;p14"/>
          <p:cNvSpPr txBox="1"/>
          <p:nvPr/>
        </p:nvSpPr>
        <p:spPr>
          <a:xfrm>
            <a:off x="2758690" y="4851989"/>
            <a:ext cx="309300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Sara Khoshaba</a:t>
            </a:r>
            <a:endParaRPr dirty="0"/>
          </a:p>
        </p:txBody>
      </p:sp>
      <p:sp>
        <p:nvSpPr>
          <p:cNvPr id="17" name="Google Shape;698;p25">
            <a:extLst>
              <a:ext uri="{FF2B5EF4-FFF2-40B4-BE49-F238E27FC236}">
                <a16:creationId xmlns:a16="http://schemas.microsoft.com/office/drawing/2014/main" id="{DDC428DF-2065-5FA2-5B09-91256A867A49}"/>
              </a:ext>
            </a:extLst>
          </p:cNvPr>
          <p:cNvSpPr/>
          <p:nvPr/>
        </p:nvSpPr>
        <p:spPr>
          <a:xfrm>
            <a:off x="17098243" y="1259983"/>
            <a:ext cx="1189757" cy="1183809"/>
          </a:xfrm>
          <a:custGeom>
            <a:avLst/>
            <a:gdLst/>
            <a:ahLst/>
            <a:cxnLst/>
            <a:rect l="l" t="t" r="r" b="b"/>
            <a:pathLst>
              <a:path w="738476" h="757764" extrusionOk="0">
                <a:moveTo>
                  <a:pt x="0" y="0"/>
                </a:moveTo>
                <a:lnTo>
                  <a:pt x="738475" y="0"/>
                </a:lnTo>
                <a:lnTo>
                  <a:pt x="738475" y="757765"/>
                </a:lnTo>
                <a:lnTo>
                  <a:pt x="0" y="75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5" name="Google Shape;706;p25">
            <a:extLst>
              <a:ext uri="{FF2B5EF4-FFF2-40B4-BE49-F238E27FC236}">
                <a16:creationId xmlns:a16="http://schemas.microsoft.com/office/drawing/2014/main" id="{E0CDE682-0DA4-5DEA-C259-FEABEE4CD2AE}"/>
              </a:ext>
            </a:extLst>
          </p:cNvPr>
          <p:cNvSpPr/>
          <p:nvPr/>
        </p:nvSpPr>
        <p:spPr>
          <a:xfrm>
            <a:off x="15938796" y="330144"/>
            <a:ext cx="1053507" cy="936291"/>
          </a:xfrm>
          <a:custGeom>
            <a:avLst/>
            <a:gdLst/>
            <a:ahLst/>
            <a:cxnLst/>
            <a:rect l="l" t="t" r="r" b="b"/>
            <a:pathLst>
              <a:path w="672697" h="623774" extrusionOk="0">
                <a:moveTo>
                  <a:pt x="0" y="0"/>
                </a:moveTo>
                <a:lnTo>
                  <a:pt x="672697" y="0"/>
                </a:lnTo>
                <a:lnTo>
                  <a:pt x="672697" y="623774"/>
                </a:lnTo>
                <a:lnTo>
                  <a:pt x="0" y="623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6" name="Google Shape;707;p25">
            <a:extLst>
              <a:ext uri="{FF2B5EF4-FFF2-40B4-BE49-F238E27FC236}">
                <a16:creationId xmlns:a16="http://schemas.microsoft.com/office/drawing/2014/main" id="{89639B0C-B941-6F55-9D13-2634B5A754EF}"/>
              </a:ext>
            </a:extLst>
          </p:cNvPr>
          <p:cNvSpPr/>
          <p:nvPr/>
        </p:nvSpPr>
        <p:spPr>
          <a:xfrm>
            <a:off x="148166" y="8977074"/>
            <a:ext cx="1054379" cy="1178580"/>
          </a:xfrm>
          <a:custGeom>
            <a:avLst/>
            <a:gdLst/>
            <a:ahLst/>
            <a:cxnLst/>
            <a:rect l="l" t="t" r="r" b="b"/>
            <a:pathLst>
              <a:path w="650330" h="791331" extrusionOk="0">
                <a:moveTo>
                  <a:pt x="0" y="0"/>
                </a:moveTo>
                <a:lnTo>
                  <a:pt x="650330" y="0"/>
                </a:lnTo>
                <a:lnTo>
                  <a:pt x="650330" y="791331"/>
                </a:lnTo>
                <a:lnTo>
                  <a:pt x="0" y="791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7" name="Google Shape;708;p25">
            <a:extLst>
              <a:ext uri="{FF2B5EF4-FFF2-40B4-BE49-F238E27FC236}">
                <a16:creationId xmlns:a16="http://schemas.microsoft.com/office/drawing/2014/main" id="{C6B59123-5D60-F60A-5EBB-9A1A0403CA7B}"/>
              </a:ext>
            </a:extLst>
          </p:cNvPr>
          <p:cNvSpPr/>
          <p:nvPr/>
        </p:nvSpPr>
        <p:spPr>
          <a:xfrm>
            <a:off x="16174319" y="9294158"/>
            <a:ext cx="618923" cy="791876"/>
          </a:xfrm>
          <a:custGeom>
            <a:avLst/>
            <a:gdLst/>
            <a:ahLst/>
            <a:cxnLst/>
            <a:rect l="l" t="t" r="r" b="b"/>
            <a:pathLst>
              <a:path w="424727" h="535779" extrusionOk="0">
                <a:moveTo>
                  <a:pt x="0" y="0"/>
                </a:moveTo>
                <a:lnTo>
                  <a:pt x="424727" y="0"/>
                </a:lnTo>
                <a:lnTo>
                  <a:pt x="424727" y="535779"/>
                </a:lnTo>
                <a:lnTo>
                  <a:pt x="0" y="535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8" name="Google Shape;709;p25">
            <a:extLst>
              <a:ext uri="{FF2B5EF4-FFF2-40B4-BE49-F238E27FC236}">
                <a16:creationId xmlns:a16="http://schemas.microsoft.com/office/drawing/2014/main" id="{6C6938DC-01AE-6B9A-0121-31A0143E26F3}"/>
              </a:ext>
            </a:extLst>
          </p:cNvPr>
          <p:cNvSpPr/>
          <p:nvPr/>
        </p:nvSpPr>
        <p:spPr>
          <a:xfrm>
            <a:off x="185008" y="1310340"/>
            <a:ext cx="1053506" cy="1087642"/>
          </a:xfrm>
          <a:custGeom>
            <a:avLst/>
            <a:gdLst/>
            <a:ahLst/>
            <a:cxnLst/>
            <a:rect l="l" t="t" r="r" b="b"/>
            <a:pathLst>
              <a:path w="601520" h="585114" extrusionOk="0">
                <a:moveTo>
                  <a:pt x="0" y="0"/>
                </a:moveTo>
                <a:lnTo>
                  <a:pt x="601520" y="0"/>
                </a:lnTo>
                <a:lnTo>
                  <a:pt x="601520" y="585115"/>
                </a:lnTo>
                <a:lnTo>
                  <a:pt x="0" y="585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29" name="Google Shape;710;p25">
            <a:extLst>
              <a:ext uri="{FF2B5EF4-FFF2-40B4-BE49-F238E27FC236}">
                <a16:creationId xmlns:a16="http://schemas.microsoft.com/office/drawing/2014/main" id="{292047AD-7A7A-2296-54F7-488D66B40A45}"/>
              </a:ext>
            </a:extLst>
          </p:cNvPr>
          <p:cNvSpPr/>
          <p:nvPr/>
        </p:nvSpPr>
        <p:spPr>
          <a:xfrm>
            <a:off x="1761017" y="9480637"/>
            <a:ext cx="793519" cy="675017"/>
          </a:xfrm>
          <a:custGeom>
            <a:avLst/>
            <a:gdLst/>
            <a:ahLst/>
            <a:cxnLst/>
            <a:rect l="l" t="t" r="r" b="b"/>
            <a:pathLst>
              <a:path w="553026" h="457503" extrusionOk="0">
                <a:moveTo>
                  <a:pt x="0" y="0"/>
                </a:moveTo>
                <a:lnTo>
                  <a:pt x="553026" y="0"/>
                </a:lnTo>
                <a:lnTo>
                  <a:pt x="553026" y="457504"/>
                </a:lnTo>
                <a:lnTo>
                  <a:pt x="0" y="457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31" name="Google Shape;712;p25">
            <a:extLst>
              <a:ext uri="{FF2B5EF4-FFF2-40B4-BE49-F238E27FC236}">
                <a16:creationId xmlns:a16="http://schemas.microsoft.com/office/drawing/2014/main" id="{0AB91080-9A0E-D948-0A76-E9A2411B1201}"/>
              </a:ext>
            </a:extLst>
          </p:cNvPr>
          <p:cNvSpPr/>
          <p:nvPr/>
        </p:nvSpPr>
        <p:spPr>
          <a:xfrm>
            <a:off x="16999121" y="8852102"/>
            <a:ext cx="1054378" cy="1178579"/>
          </a:xfrm>
          <a:custGeom>
            <a:avLst/>
            <a:gdLst/>
            <a:ahLst/>
            <a:cxnLst/>
            <a:rect l="l" t="t" r="r" b="b"/>
            <a:pathLst>
              <a:path w="565157" h="719529" extrusionOk="0">
                <a:moveTo>
                  <a:pt x="0" y="0"/>
                </a:moveTo>
                <a:lnTo>
                  <a:pt x="565157" y="0"/>
                </a:lnTo>
                <a:lnTo>
                  <a:pt x="565157" y="719529"/>
                </a:lnTo>
                <a:lnTo>
                  <a:pt x="0" y="719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37" name="Google Shape;718;p25">
            <a:extLst>
              <a:ext uri="{FF2B5EF4-FFF2-40B4-BE49-F238E27FC236}">
                <a16:creationId xmlns:a16="http://schemas.microsoft.com/office/drawing/2014/main" id="{581C3353-10C9-2228-34F4-B875445E71A3}"/>
              </a:ext>
            </a:extLst>
          </p:cNvPr>
          <p:cNvSpPr/>
          <p:nvPr/>
        </p:nvSpPr>
        <p:spPr>
          <a:xfrm>
            <a:off x="148165" y="7966836"/>
            <a:ext cx="980692" cy="675349"/>
          </a:xfrm>
          <a:custGeom>
            <a:avLst/>
            <a:gdLst/>
            <a:ahLst/>
            <a:cxnLst/>
            <a:rect l="l" t="t" r="r" b="b"/>
            <a:pathLst>
              <a:path w="628468" h="399934" extrusionOk="0">
                <a:moveTo>
                  <a:pt x="0" y="0"/>
                </a:moveTo>
                <a:lnTo>
                  <a:pt x="628468" y="0"/>
                </a:lnTo>
                <a:lnTo>
                  <a:pt x="628468" y="399934"/>
                </a:lnTo>
                <a:lnTo>
                  <a:pt x="0" y="399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38" name="Google Shape;719;p25">
            <a:extLst>
              <a:ext uri="{FF2B5EF4-FFF2-40B4-BE49-F238E27FC236}">
                <a16:creationId xmlns:a16="http://schemas.microsoft.com/office/drawing/2014/main" id="{D9F782A8-0027-4361-4074-DCF26E04D42D}"/>
              </a:ext>
            </a:extLst>
          </p:cNvPr>
          <p:cNvSpPr/>
          <p:nvPr/>
        </p:nvSpPr>
        <p:spPr>
          <a:xfrm>
            <a:off x="1128857" y="201459"/>
            <a:ext cx="980692" cy="936291"/>
          </a:xfrm>
          <a:custGeom>
            <a:avLst/>
            <a:gdLst/>
            <a:ahLst/>
            <a:cxnLst/>
            <a:rect l="l" t="t" r="r" b="b"/>
            <a:pathLst>
              <a:path w="642502" h="659284" extrusionOk="0">
                <a:moveTo>
                  <a:pt x="0" y="0"/>
                </a:moveTo>
                <a:lnTo>
                  <a:pt x="642502" y="0"/>
                </a:lnTo>
                <a:lnTo>
                  <a:pt x="642502" y="659283"/>
                </a:lnTo>
                <a:lnTo>
                  <a:pt x="0" y="6592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0" name="Google Shape;721;p25">
            <a:extLst>
              <a:ext uri="{FF2B5EF4-FFF2-40B4-BE49-F238E27FC236}">
                <a16:creationId xmlns:a16="http://schemas.microsoft.com/office/drawing/2014/main" id="{B8F0ED1C-2C90-74BB-0F73-82C4E6B9DDB1}"/>
              </a:ext>
            </a:extLst>
          </p:cNvPr>
          <p:cNvSpPr/>
          <p:nvPr/>
        </p:nvSpPr>
        <p:spPr>
          <a:xfrm>
            <a:off x="17233473" y="7956244"/>
            <a:ext cx="813208" cy="576231"/>
          </a:xfrm>
          <a:custGeom>
            <a:avLst/>
            <a:gdLst/>
            <a:ahLst/>
            <a:cxnLst/>
            <a:rect l="l" t="t" r="r" b="b"/>
            <a:pathLst>
              <a:path w="602555" h="410833" extrusionOk="0">
                <a:moveTo>
                  <a:pt x="0" y="0"/>
                </a:moveTo>
                <a:lnTo>
                  <a:pt x="602555" y="0"/>
                </a:lnTo>
                <a:lnTo>
                  <a:pt x="602555" y="410833"/>
                </a:lnTo>
                <a:lnTo>
                  <a:pt x="0" y="410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41" name="Google Shape;278;p14">
            <a:extLst>
              <a:ext uri="{FF2B5EF4-FFF2-40B4-BE49-F238E27FC236}">
                <a16:creationId xmlns:a16="http://schemas.microsoft.com/office/drawing/2014/main" id="{E2471018-0F08-F21D-3F37-D9E33CBBEAD4}"/>
              </a:ext>
            </a:extLst>
          </p:cNvPr>
          <p:cNvSpPr txBox="1"/>
          <p:nvPr/>
        </p:nvSpPr>
        <p:spPr>
          <a:xfrm>
            <a:off x="5177669" y="8642185"/>
            <a:ext cx="150510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Katie Yip</a:t>
            </a:r>
            <a:endParaRPr dirty="0"/>
          </a:p>
        </p:txBody>
      </p:sp>
      <p:sp>
        <p:nvSpPr>
          <p:cNvPr id="42" name="Google Shape;278;p14">
            <a:extLst>
              <a:ext uri="{FF2B5EF4-FFF2-40B4-BE49-F238E27FC236}">
                <a16:creationId xmlns:a16="http://schemas.microsoft.com/office/drawing/2014/main" id="{8DAC3300-B961-86BA-521A-62A8F7C39EE1}"/>
              </a:ext>
            </a:extLst>
          </p:cNvPr>
          <p:cNvSpPr txBox="1"/>
          <p:nvPr/>
        </p:nvSpPr>
        <p:spPr>
          <a:xfrm>
            <a:off x="12382994" y="4874031"/>
            <a:ext cx="2438537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Naz Serrano</a:t>
            </a:r>
            <a:endParaRPr dirty="0"/>
          </a:p>
        </p:txBody>
      </p:sp>
      <p:sp>
        <p:nvSpPr>
          <p:cNvPr id="43" name="Google Shape;278;p14">
            <a:extLst>
              <a:ext uri="{FF2B5EF4-FFF2-40B4-BE49-F238E27FC236}">
                <a16:creationId xmlns:a16="http://schemas.microsoft.com/office/drawing/2014/main" id="{9B716C43-4DC9-E739-B815-73E4DC0AB812}"/>
              </a:ext>
            </a:extLst>
          </p:cNvPr>
          <p:cNvSpPr txBox="1"/>
          <p:nvPr/>
        </p:nvSpPr>
        <p:spPr>
          <a:xfrm>
            <a:off x="7811925" y="4796938"/>
            <a:ext cx="2610834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Lindsay Torres</a:t>
            </a:r>
            <a:endParaRPr dirty="0"/>
          </a:p>
        </p:txBody>
      </p:sp>
      <p:cxnSp>
        <p:nvCxnSpPr>
          <p:cNvPr id="44" name="Google Shape;524;p21">
            <a:extLst>
              <a:ext uri="{FF2B5EF4-FFF2-40B4-BE49-F238E27FC236}">
                <a16:creationId xmlns:a16="http://schemas.microsoft.com/office/drawing/2014/main" id="{CDFB82B5-FBC1-88C1-8E2C-97EDFE5B96D2}"/>
              </a:ext>
            </a:extLst>
          </p:cNvPr>
          <p:cNvCxnSpPr>
            <a:cxnSpLocks/>
          </p:cNvCxnSpPr>
          <p:nvPr/>
        </p:nvCxnSpPr>
        <p:spPr>
          <a:xfrm flipV="1">
            <a:off x="557292" y="2732871"/>
            <a:ext cx="0" cy="4821258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" name="Google Shape;524;p21">
            <a:extLst>
              <a:ext uri="{FF2B5EF4-FFF2-40B4-BE49-F238E27FC236}">
                <a16:creationId xmlns:a16="http://schemas.microsoft.com/office/drawing/2014/main" id="{75E0BAAA-67AE-883B-D3DE-F06EDC50CDBD}"/>
              </a:ext>
            </a:extLst>
          </p:cNvPr>
          <p:cNvCxnSpPr>
            <a:cxnSpLocks/>
          </p:cNvCxnSpPr>
          <p:nvPr/>
        </p:nvCxnSpPr>
        <p:spPr>
          <a:xfrm flipV="1">
            <a:off x="17743657" y="2789389"/>
            <a:ext cx="0" cy="4821258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" name="Google Shape;524;p21">
            <a:extLst>
              <a:ext uri="{FF2B5EF4-FFF2-40B4-BE49-F238E27FC236}">
                <a16:creationId xmlns:a16="http://schemas.microsoft.com/office/drawing/2014/main" id="{6B13A09F-694F-4E23-955D-885B5B14E0FA}"/>
              </a:ext>
            </a:extLst>
          </p:cNvPr>
          <p:cNvCxnSpPr>
            <a:cxnSpLocks/>
          </p:cNvCxnSpPr>
          <p:nvPr/>
        </p:nvCxnSpPr>
        <p:spPr>
          <a:xfrm flipV="1">
            <a:off x="2942140" y="9803887"/>
            <a:ext cx="12844575" cy="40559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524;p21">
            <a:extLst>
              <a:ext uri="{FF2B5EF4-FFF2-40B4-BE49-F238E27FC236}">
                <a16:creationId xmlns:a16="http://schemas.microsoft.com/office/drawing/2014/main" id="{4DE3C40F-4AC3-D5A1-69CA-31D700CDDFAF}"/>
              </a:ext>
            </a:extLst>
          </p:cNvPr>
          <p:cNvCxnSpPr>
            <a:cxnSpLocks/>
          </p:cNvCxnSpPr>
          <p:nvPr/>
        </p:nvCxnSpPr>
        <p:spPr>
          <a:xfrm flipV="1">
            <a:off x="2614371" y="629046"/>
            <a:ext cx="12844575" cy="40559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Picture 53" descr="A person taking a selfie&#10;&#10;AI-generated content may be incorrect.">
            <a:extLst>
              <a:ext uri="{FF2B5EF4-FFF2-40B4-BE49-F238E27FC236}">
                <a16:creationId xmlns:a16="http://schemas.microsoft.com/office/drawing/2014/main" id="{027F10F8-F469-CD35-4AAF-203ABE44BE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47894" y="1137750"/>
            <a:ext cx="2840968" cy="3550871"/>
          </a:xfrm>
          <a:prstGeom prst="rect">
            <a:avLst/>
          </a:prstGeom>
        </p:spPr>
      </p:pic>
      <p:pic>
        <p:nvPicPr>
          <p:cNvPr id="58" name="Picture 57" descr="A person with long hair wearing a black jacket&#10;&#10;AI-generated content may be incorrect.">
            <a:extLst>
              <a:ext uri="{FF2B5EF4-FFF2-40B4-BE49-F238E27FC236}">
                <a16:creationId xmlns:a16="http://schemas.microsoft.com/office/drawing/2014/main" id="{1BB7430C-3B78-B104-5535-319F1FEB3C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10735" y="1191375"/>
            <a:ext cx="2840955" cy="35522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Custom</PresentationFormat>
  <Paragraphs>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Lato</vt:lpstr>
      <vt:lpstr>Rajdhani</vt:lpstr>
      <vt:lpstr>Calibri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Khoshaba</dc:creator>
  <cp:lastModifiedBy>Sara Khoshaba</cp:lastModifiedBy>
  <cp:revision>1</cp:revision>
  <dcterms:modified xsi:type="dcterms:W3CDTF">2025-12-10T18:34:18Z</dcterms:modified>
</cp:coreProperties>
</file>